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3" r:id="rId10"/>
    <p:sldId id="262" r:id="rId11"/>
    <p:sldId id="266" r:id="rId12"/>
    <p:sldId id="267" r:id="rId13"/>
    <p:sldId id="268" r:id="rId14"/>
    <p:sldId id="270" r:id="rId15"/>
    <p:sldId id="272" r:id="rId16"/>
    <p:sldId id="271" r:id="rId17"/>
    <p:sldId id="269" r:id="rId18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454E"/>
    <a:srgbClr val="C0D684"/>
    <a:srgbClr val="00A295"/>
    <a:srgbClr val="00746B"/>
    <a:srgbClr val="B59A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9"/>
    <p:restoredTop sz="94746"/>
  </p:normalViewPr>
  <p:slideViewPr>
    <p:cSldViewPr snapToGrid="0">
      <p:cViewPr>
        <p:scale>
          <a:sx n="116" d="100"/>
          <a:sy n="116" d="100"/>
        </p:scale>
        <p:origin x="148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عوادي الجابري" userId="f649f390-56b6-48da-8628-d83eece2f24f" providerId="ADAL" clId="{9A2B7A5F-215F-5047-9538-E727B9599755}"/>
    <pc:docChg chg="undo custSel modSld">
      <pc:chgData name="عوادي الجابري" userId="f649f390-56b6-48da-8628-d83eece2f24f" providerId="ADAL" clId="{9A2B7A5F-215F-5047-9538-E727B9599755}" dt="2026-05-03T07:08:20.071" v="8" actId="1076"/>
      <pc:docMkLst>
        <pc:docMk/>
      </pc:docMkLst>
      <pc:sldChg chg="modSp mod">
        <pc:chgData name="عوادي الجابري" userId="f649f390-56b6-48da-8628-d83eece2f24f" providerId="ADAL" clId="{9A2B7A5F-215F-5047-9538-E727B9599755}" dt="2026-05-03T07:08:20.071" v="8" actId="1076"/>
        <pc:sldMkLst>
          <pc:docMk/>
          <pc:sldMk cId="3668355641" sldId="256"/>
        </pc:sldMkLst>
        <pc:spChg chg="mod">
          <ac:chgData name="عوادي الجابري" userId="f649f390-56b6-48da-8628-d83eece2f24f" providerId="ADAL" clId="{9A2B7A5F-215F-5047-9538-E727B9599755}" dt="2026-05-03T07:08:10.429" v="6" actId="1076"/>
          <ac:spMkLst>
            <pc:docMk/>
            <pc:sldMk cId="3668355641" sldId="256"/>
            <ac:spMk id="10" creationId="{13AFCB2B-0B42-F360-6642-FE3D78B5D4F4}"/>
          </ac:spMkLst>
        </pc:spChg>
        <pc:spChg chg="mod">
          <ac:chgData name="عوادي الجابري" userId="f649f390-56b6-48da-8628-d83eece2f24f" providerId="ADAL" clId="{9A2B7A5F-215F-5047-9538-E727B9599755}" dt="2026-05-03T07:08:20.071" v="8" actId="1076"/>
          <ac:spMkLst>
            <pc:docMk/>
            <pc:sldMk cId="3668355641" sldId="256"/>
            <ac:spMk id="18" creationId="{1AEB69FB-61C1-1F0C-BE0A-16562D2D9CA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70</c:v>
                </c:pt>
                <c:pt idx="2">
                  <c:v>65</c:v>
                </c:pt>
                <c:pt idx="3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C9-414B-B523-FFDF280F24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7865448"/>
        <c:axId val="1117869408"/>
      </c:lineChart>
      <c:catAx>
        <c:axId val="11178654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17869408"/>
        <c:crosses val="autoZero"/>
        <c:auto val="1"/>
        <c:lblAlgn val="ctr"/>
        <c:lblOffset val="100"/>
        <c:noMultiLvlLbl val="0"/>
      </c:catAx>
      <c:valAx>
        <c:axId val="1117869408"/>
        <c:scaling>
          <c:orientation val="minMax"/>
          <c:max val="100"/>
          <c:min val="50"/>
        </c:scaling>
        <c:delete val="1"/>
        <c:axPos val="l"/>
        <c:numFmt formatCode="General" sourceLinked="1"/>
        <c:majorTickMark val="none"/>
        <c:minorTickMark val="none"/>
        <c:tickLblPos val="nextTo"/>
        <c:crossAx val="1117865448"/>
        <c:crosses val="autoZero"/>
        <c:crossBetween val="between"/>
        <c:minorUnit val="4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80</c:v>
                </c:pt>
                <c:pt idx="2">
                  <c:v>90</c:v>
                </c:pt>
                <c:pt idx="3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1D-C84E-A078-99ADA749A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7865448"/>
        <c:axId val="1117869408"/>
      </c:lineChart>
      <c:catAx>
        <c:axId val="11178654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17869408"/>
        <c:crosses val="autoZero"/>
        <c:auto val="1"/>
        <c:lblAlgn val="ctr"/>
        <c:lblOffset val="100"/>
        <c:noMultiLvlLbl val="0"/>
      </c:catAx>
      <c:valAx>
        <c:axId val="1117869408"/>
        <c:scaling>
          <c:orientation val="minMax"/>
          <c:max val="100"/>
          <c:min val="50"/>
        </c:scaling>
        <c:delete val="1"/>
        <c:axPos val="l"/>
        <c:numFmt formatCode="General" sourceLinked="1"/>
        <c:majorTickMark val="none"/>
        <c:minorTickMark val="none"/>
        <c:tickLblPos val="nextTo"/>
        <c:crossAx val="1117865448"/>
        <c:crosses val="autoZero"/>
        <c:crossBetween val="between"/>
        <c:minorUnit val="4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A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50</c:v>
                </c:pt>
                <c:pt idx="3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D1-7447-9D67-D23E50C10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7865448"/>
        <c:axId val="1117869408"/>
      </c:lineChart>
      <c:catAx>
        <c:axId val="11178654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17869408"/>
        <c:crosses val="autoZero"/>
        <c:auto val="1"/>
        <c:lblAlgn val="ctr"/>
        <c:lblOffset val="100"/>
        <c:noMultiLvlLbl val="0"/>
      </c:catAx>
      <c:valAx>
        <c:axId val="1117869408"/>
        <c:scaling>
          <c:orientation val="minMax"/>
          <c:max val="100"/>
          <c:min val="50"/>
        </c:scaling>
        <c:delete val="1"/>
        <c:axPos val="l"/>
        <c:numFmt formatCode="General" sourceLinked="1"/>
        <c:majorTickMark val="none"/>
        <c:minorTickMark val="none"/>
        <c:tickLblPos val="nextTo"/>
        <c:crossAx val="1117865448"/>
        <c:crosses val="autoZero"/>
        <c:crossBetween val="between"/>
        <c:minorUnit val="4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A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80</c:v>
                </c:pt>
                <c:pt idx="2">
                  <c:v>90</c:v>
                </c:pt>
                <c:pt idx="3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18-0D4D-BF1F-3861DFEE48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7865448"/>
        <c:axId val="1117869408"/>
      </c:lineChart>
      <c:catAx>
        <c:axId val="11178654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17869408"/>
        <c:crosses val="autoZero"/>
        <c:auto val="1"/>
        <c:lblAlgn val="ctr"/>
        <c:lblOffset val="100"/>
        <c:noMultiLvlLbl val="0"/>
      </c:catAx>
      <c:valAx>
        <c:axId val="1117869408"/>
        <c:scaling>
          <c:orientation val="minMax"/>
          <c:max val="100"/>
          <c:min val="50"/>
        </c:scaling>
        <c:delete val="1"/>
        <c:axPos val="l"/>
        <c:numFmt formatCode="General" sourceLinked="1"/>
        <c:majorTickMark val="none"/>
        <c:minorTickMark val="none"/>
        <c:tickLblPos val="nextTo"/>
        <c:crossAx val="1117865448"/>
        <c:crosses val="autoZero"/>
        <c:crossBetween val="between"/>
        <c:minorUnit val="4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A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dPt>
            <c:idx val="0"/>
            <c:bubble3D val="0"/>
            <c:spPr>
              <a:solidFill>
                <a:srgbClr val="00746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EE-FB4A-8408-6D50C72FBC09}"/>
              </c:ext>
            </c:extLst>
          </c:dPt>
          <c:dPt>
            <c:idx val="1"/>
            <c:bubble3D val="0"/>
            <c:spPr>
              <a:solidFill>
                <a:srgbClr val="C0D68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EE-FB4A-8408-6D50C72FBC09}"/>
              </c:ext>
            </c:extLst>
          </c:dPt>
          <c:dPt>
            <c:idx val="2"/>
            <c:bubble3D val="0"/>
            <c:spPr>
              <a:solidFill>
                <a:srgbClr val="00A29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BEE-FB4A-8408-6D50C72FBC09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EE-FB4A-8408-6D50C72FBC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A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 Medium" panose="020B0503050203000203" pitchFamily="34" charset="-78"/>
                <a:ea typeface="+mn-ea"/>
                <a:cs typeface="IBM Plex Sans Arabic Medium" panose="020B0503050203000203" pitchFamily="34" charset="-78"/>
              </a:defRPr>
            </a:pPr>
            <a:r>
              <a:rPr lang="ar-EG" sz="1800" b="0" i="0" spc="0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عنوان التخطيط</a:t>
            </a:r>
            <a:endParaRPr lang="en-US" sz="1800" b="0" i="0" spc="0" dirty="0"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IBM Plex Sans Arabic Medium" panose="020B0503050203000203" pitchFamily="34" charset="-78"/>
              <a:ea typeface="+mn-ea"/>
              <a:cs typeface="IBM Plex Sans Arabic Medium" panose="020B0503050203000203" pitchFamily="34" charset="-78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3C45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 rtl="1"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A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70</c:v>
                </c:pt>
                <c:pt idx="2">
                  <c:v>65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9C-6540-93DC-AE1AAF1BD3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00A29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 rtl="1"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A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80</c:v>
                </c:pt>
                <c:pt idx="2">
                  <c:v>90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9C-6540-93DC-AE1AAF1BD3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00746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 rtl="1"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A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50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9C-6540-93DC-AE1AAF1BD3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117865448"/>
        <c:axId val="1117869408"/>
      </c:barChart>
      <c:catAx>
        <c:axId val="1117865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A"/>
          </a:p>
        </c:txPr>
        <c:crossAx val="1117869408"/>
        <c:crosses val="autoZero"/>
        <c:auto val="1"/>
        <c:lblAlgn val="ctr"/>
        <c:lblOffset val="100"/>
        <c:noMultiLvlLbl val="0"/>
      </c:catAx>
      <c:valAx>
        <c:axId val="1117869408"/>
        <c:scaling>
          <c:orientation val="minMax"/>
          <c:max val="100"/>
          <c:min val="40"/>
        </c:scaling>
        <c:delete val="1"/>
        <c:axPos val="l"/>
        <c:numFmt formatCode="General" sourceLinked="1"/>
        <c:majorTickMark val="none"/>
        <c:minorTickMark val="none"/>
        <c:tickLblPos val="nextTo"/>
        <c:crossAx val="1117865448"/>
        <c:crosses val="autoZero"/>
        <c:crossBetween val="between"/>
        <c:min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A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ID" sz="18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j-lt"/>
              <a:ea typeface="+mn-ea"/>
              <a:cs typeface="+mn-cs"/>
            </a:defRPr>
          </a:pPr>
          <a:endParaRPr lang="en-SA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746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SA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الأسبوع الأول</c:v>
                </c:pt>
                <c:pt idx="1">
                  <c:v>الأسبوع الثاني</c:v>
                </c:pt>
                <c:pt idx="2">
                  <c:v>الأسبوع الثالث</c:v>
                </c:pt>
                <c:pt idx="3">
                  <c:v>الأسبوع الرابع</c:v>
                </c:pt>
              </c:strCache>
            </c:strRef>
          </c:cat>
          <c:val>
            <c:numRef>
              <c:f>Sheet1!$B$2:$B$5</c:f>
              <c:numCache>
                <c:formatCode>#,##0_ ;\-#,##0\ 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FE-FA4E-8208-495FB850DA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0A29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SA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الأسبوع الأول</c:v>
                </c:pt>
                <c:pt idx="1">
                  <c:v>الأسبوع الثاني</c:v>
                </c:pt>
                <c:pt idx="2">
                  <c:v>الأسبوع الثالث</c:v>
                </c:pt>
                <c:pt idx="3">
                  <c:v>الأسبوع الرابع</c:v>
                </c:pt>
              </c:strCache>
            </c:strRef>
          </c:cat>
          <c:val>
            <c:numRef>
              <c:f>Sheet1!$C$2:$C$5</c:f>
              <c:numCache>
                <c:formatCode>#,##0_ ;\-#,##0\ 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20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FE-FA4E-8208-495FB850DA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0D68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 rtl="1"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SA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الأسبوع الأول</c:v>
                </c:pt>
                <c:pt idx="1">
                  <c:v>الأسبوع الثاني</c:v>
                </c:pt>
                <c:pt idx="2">
                  <c:v>الأسبوع الثالث</c:v>
                </c:pt>
                <c:pt idx="3">
                  <c:v>الأسبوع الرابع</c:v>
                </c:pt>
              </c:strCache>
            </c:strRef>
          </c:cat>
          <c:val>
            <c:numRef>
              <c:f>Sheet1!$D$2:$D$5</c:f>
              <c:numCache>
                <c:formatCode>#,##0_ ;\-#,##0\ 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FE-FA4E-8208-495FB850DAE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96539016"/>
        <c:axId val="696541896"/>
      </c:barChart>
      <c:catAx>
        <c:axId val="696539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rtl="1"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 Medium" panose="020B0503050203000203" pitchFamily="34" charset="-78"/>
                <a:ea typeface="+mn-ea"/>
                <a:cs typeface="IBM Plex Sans Arabic Medium" panose="020B0503050203000203" pitchFamily="34" charset="-78"/>
              </a:defRPr>
            </a:pPr>
            <a:endParaRPr lang="en-SA"/>
          </a:p>
        </c:txPr>
        <c:crossAx val="696541896"/>
        <c:crosses val="autoZero"/>
        <c:auto val="1"/>
        <c:lblAlgn val="ctr"/>
        <c:lblOffset val="100"/>
        <c:noMultiLvlLbl val="0"/>
      </c:catAx>
      <c:valAx>
        <c:axId val="696541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A"/>
          </a:p>
        </c:txPr>
        <c:crossAx val="696539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57F0D-1F18-F24B-BA0F-5FC0152ABD46}" type="datetimeFigureOut">
              <a:rPr lang="en-SA" smtClean="0"/>
              <a:t>5/3/26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B6FAA-792F-CB4B-8EFE-B9998E58ECFA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0154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B6FAA-792F-CB4B-8EFE-B9998E58ECFA}" type="slidenum">
              <a:rPr lang="en-SA" smtClean="0"/>
              <a:t>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90902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87F3-3DEE-B575-DD27-0D7B73D7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B0A93-3063-2B01-AF78-3E214C641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9F20B-3E6F-B1DB-1867-BD7B959CC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51BE5-F082-2E24-E33A-300185E74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B6FAA-792F-CB4B-8EFE-B9998E58ECFA}" type="slidenum">
              <a:rPr lang="en-SA" smtClean="0"/>
              <a:t>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68262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83CF-D328-FFC1-C3BC-EBDA99636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04B2E-0E76-AFF9-8426-4CF59975C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49154-F06A-BA3C-F16A-065EA89D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DB596-6D6B-AD83-60B5-365E8815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DAF66-2837-F413-C8F8-A3BCB30E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9216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A5BD-BE37-9F7B-8B77-790CA77B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7CDB7-DF58-08AF-A16E-B2CECFD0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A62E4-622C-10DC-D35F-8126DFFA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D0ED9-EB38-7162-ED86-283382BFB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1CB42-7ACA-B6FC-4A09-120CFEA9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1579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E4BC-1F8C-3306-F19C-D8F2B321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5B4C2-9B09-2F64-20A0-1401E451A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5520A-48F8-34B3-AB92-17252B7A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BBFE-4116-6B69-DB5D-340129BB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ABE0D-16C6-D9B1-695E-4A60F39D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5431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82363-D46D-91F1-B960-CB5A1D45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24E7F-9941-CC4A-33E4-D293B5D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E26B8-5AF3-3176-2872-648B02C22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95B43-3657-167C-8826-7606593F8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3270A-64DC-CBBA-21BD-3B69E8CDB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4B215-2647-807A-C9C0-A8E9BB45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633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9F5D-5B59-D36B-AA6D-2775DB720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589F4-9842-4972-CBA9-55EBB9FB7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0BAAE-D6D6-CFB5-0660-E90BE219C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B9E4D-4595-26EE-D679-9A9DDFB13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C50D9-2844-CC44-4140-DF0144120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4553CB-01B2-163E-AF86-BC1457C0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20F08-D1FC-7B8D-98D3-E2B011079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15A5A2-C530-2B68-88F5-F07D7471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557731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D10A6-2B84-BD3D-2272-C45B675E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E9BE0-8728-69A8-90C9-AEF0B8BB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58C16-AF92-0FBD-FA34-2A051B3F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7D306-BEB4-8715-5023-CC8FB2E0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13345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4AE50B-815C-FDCA-9BBD-88A260F02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6EF5FD-82AC-E65A-7B56-909FAA26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1543A-6AEF-973D-C81E-C7F95798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5097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035B-291D-AF72-30A5-DC897315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4C33A-B6AC-9E42-FB5A-17EB729A7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63E8A-C5B5-FF4F-3A3E-9AD6C4174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C8897-2AF5-9D44-A2DE-400D5FE32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4E643-975B-D919-61ED-37719294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490A2-6AF5-09CC-1549-23B87689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0779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1248-367E-1109-808C-E4F374782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193AF2-34D2-DD78-B890-2FBF036B5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9752F-E90C-F630-259A-720CA0136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4DF9F-9C7F-27B7-30CC-EE719BA82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0BA9-5F16-573C-8D6D-7FCB66F1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ED6D6-4C28-ABF3-34BC-D68E96BB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9612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F130-5C2E-F288-7F6F-FE6371A6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81A52-E0D8-99C6-6523-E77DF1C5B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6DB51-0907-1183-1B1F-83C69205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03A7A-1114-6E3B-0B96-7A59E18B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C28C1-B04D-AA19-4CC9-64200418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28774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8CA82-22BE-E505-BB2A-137BDACBB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7D702-BA2D-D584-1A5D-7D67AB824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B242A-AB8B-452A-3611-5973E030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8101B-ED30-E01D-DA5A-BE6FC3BA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C6714-3F18-9A01-90EA-266D3CA9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2172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9F3263-9D73-215C-513B-664AFF46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57AB-2C31-226A-59CA-48A7D5D47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5653-ACB8-9538-0E91-39CDBD28C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FD938-D5C0-6244-8B7E-B7841B15EF26}" type="datetimeFigureOut">
              <a:rPr lang="en-SA" smtClean="0"/>
              <a:t>5/3/26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05BE1-6E77-5226-6F31-E76D8088A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5C31B-CAC0-9A9F-D7D3-FFB64787D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138A1-59DE-4D4D-A9F4-913DDC8FDE9B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11645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21.emf"/><Relationship Id="rId18" Type="http://schemas.openxmlformats.org/officeDocument/2006/relationships/image" Target="../media/image26.emf"/><Relationship Id="rId26" Type="http://schemas.openxmlformats.org/officeDocument/2006/relationships/image" Target="../media/image34.emf"/><Relationship Id="rId3" Type="http://schemas.openxmlformats.org/officeDocument/2006/relationships/image" Target="../media/image11.emf"/><Relationship Id="rId21" Type="http://schemas.openxmlformats.org/officeDocument/2006/relationships/image" Target="../media/image29.emf"/><Relationship Id="rId7" Type="http://schemas.openxmlformats.org/officeDocument/2006/relationships/image" Target="../media/image15.emf"/><Relationship Id="rId12" Type="http://schemas.openxmlformats.org/officeDocument/2006/relationships/image" Target="../media/image20.emf"/><Relationship Id="rId17" Type="http://schemas.openxmlformats.org/officeDocument/2006/relationships/image" Target="../media/image25.emf"/><Relationship Id="rId25" Type="http://schemas.openxmlformats.org/officeDocument/2006/relationships/image" Target="../media/image33.emf"/><Relationship Id="rId2" Type="http://schemas.openxmlformats.org/officeDocument/2006/relationships/image" Target="../media/image10.emf"/><Relationship Id="rId16" Type="http://schemas.openxmlformats.org/officeDocument/2006/relationships/image" Target="../media/image24.emf"/><Relationship Id="rId20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19.emf"/><Relationship Id="rId24" Type="http://schemas.openxmlformats.org/officeDocument/2006/relationships/image" Target="../media/image32.emf"/><Relationship Id="rId5" Type="http://schemas.openxmlformats.org/officeDocument/2006/relationships/image" Target="../media/image13.emf"/><Relationship Id="rId15" Type="http://schemas.openxmlformats.org/officeDocument/2006/relationships/image" Target="../media/image23.emf"/><Relationship Id="rId23" Type="http://schemas.openxmlformats.org/officeDocument/2006/relationships/image" Target="../media/image31.emf"/><Relationship Id="rId10" Type="http://schemas.openxmlformats.org/officeDocument/2006/relationships/image" Target="../media/image18.emf"/><Relationship Id="rId19" Type="http://schemas.openxmlformats.org/officeDocument/2006/relationships/image" Target="../media/image27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Relationship Id="rId14" Type="http://schemas.openxmlformats.org/officeDocument/2006/relationships/image" Target="../media/image22.emf"/><Relationship Id="rId22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image" Target="../media/image46.emf"/><Relationship Id="rId18" Type="http://schemas.openxmlformats.org/officeDocument/2006/relationships/image" Target="../media/image51.emf"/><Relationship Id="rId26" Type="http://schemas.openxmlformats.org/officeDocument/2006/relationships/image" Target="../media/image59.emf"/><Relationship Id="rId3" Type="http://schemas.openxmlformats.org/officeDocument/2006/relationships/image" Target="../media/image36.emf"/><Relationship Id="rId21" Type="http://schemas.openxmlformats.org/officeDocument/2006/relationships/image" Target="../media/image54.emf"/><Relationship Id="rId7" Type="http://schemas.openxmlformats.org/officeDocument/2006/relationships/image" Target="../media/image40.emf"/><Relationship Id="rId12" Type="http://schemas.openxmlformats.org/officeDocument/2006/relationships/image" Target="../media/image45.emf"/><Relationship Id="rId17" Type="http://schemas.openxmlformats.org/officeDocument/2006/relationships/image" Target="../media/image50.emf"/><Relationship Id="rId25" Type="http://schemas.openxmlformats.org/officeDocument/2006/relationships/image" Target="../media/image58.emf"/><Relationship Id="rId2" Type="http://schemas.openxmlformats.org/officeDocument/2006/relationships/image" Target="../media/image35.emf"/><Relationship Id="rId16" Type="http://schemas.openxmlformats.org/officeDocument/2006/relationships/image" Target="../media/image49.emf"/><Relationship Id="rId20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24" Type="http://schemas.openxmlformats.org/officeDocument/2006/relationships/image" Target="../media/image57.emf"/><Relationship Id="rId5" Type="http://schemas.openxmlformats.org/officeDocument/2006/relationships/image" Target="../media/image38.emf"/><Relationship Id="rId15" Type="http://schemas.openxmlformats.org/officeDocument/2006/relationships/image" Target="../media/image48.emf"/><Relationship Id="rId23" Type="http://schemas.openxmlformats.org/officeDocument/2006/relationships/image" Target="../media/image56.emf"/><Relationship Id="rId10" Type="http://schemas.openxmlformats.org/officeDocument/2006/relationships/image" Target="../media/image43.emf"/><Relationship Id="rId19" Type="http://schemas.openxmlformats.org/officeDocument/2006/relationships/image" Target="../media/image52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Relationship Id="rId14" Type="http://schemas.openxmlformats.org/officeDocument/2006/relationships/image" Target="../media/image47.emf"/><Relationship Id="rId22" Type="http://schemas.openxmlformats.org/officeDocument/2006/relationships/image" Target="../media/image5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71.emf"/><Relationship Id="rId18" Type="http://schemas.openxmlformats.org/officeDocument/2006/relationships/image" Target="../media/image76.emf"/><Relationship Id="rId26" Type="http://schemas.openxmlformats.org/officeDocument/2006/relationships/image" Target="../media/image84.emf"/><Relationship Id="rId3" Type="http://schemas.openxmlformats.org/officeDocument/2006/relationships/image" Target="../media/image61.emf"/><Relationship Id="rId21" Type="http://schemas.openxmlformats.org/officeDocument/2006/relationships/image" Target="../media/image79.emf"/><Relationship Id="rId7" Type="http://schemas.openxmlformats.org/officeDocument/2006/relationships/image" Target="../media/image65.emf"/><Relationship Id="rId12" Type="http://schemas.openxmlformats.org/officeDocument/2006/relationships/image" Target="../media/image70.emf"/><Relationship Id="rId17" Type="http://schemas.openxmlformats.org/officeDocument/2006/relationships/image" Target="../media/image75.emf"/><Relationship Id="rId25" Type="http://schemas.openxmlformats.org/officeDocument/2006/relationships/image" Target="../media/image83.emf"/><Relationship Id="rId2" Type="http://schemas.openxmlformats.org/officeDocument/2006/relationships/image" Target="../media/image60.emf"/><Relationship Id="rId16" Type="http://schemas.openxmlformats.org/officeDocument/2006/relationships/image" Target="../media/image74.emf"/><Relationship Id="rId20" Type="http://schemas.openxmlformats.org/officeDocument/2006/relationships/image" Target="../media/image7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11" Type="http://schemas.openxmlformats.org/officeDocument/2006/relationships/image" Target="../media/image69.emf"/><Relationship Id="rId24" Type="http://schemas.openxmlformats.org/officeDocument/2006/relationships/image" Target="../media/image82.emf"/><Relationship Id="rId5" Type="http://schemas.openxmlformats.org/officeDocument/2006/relationships/image" Target="../media/image63.emf"/><Relationship Id="rId15" Type="http://schemas.openxmlformats.org/officeDocument/2006/relationships/image" Target="../media/image73.emf"/><Relationship Id="rId23" Type="http://schemas.openxmlformats.org/officeDocument/2006/relationships/image" Target="../media/image81.emf"/><Relationship Id="rId10" Type="http://schemas.openxmlformats.org/officeDocument/2006/relationships/image" Target="../media/image68.emf"/><Relationship Id="rId19" Type="http://schemas.openxmlformats.org/officeDocument/2006/relationships/image" Target="../media/image77.emf"/><Relationship Id="rId4" Type="http://schemas.openxmlformats.org/officeDocument/2006/relationships/image" Target="../media/image62.emf"/><Relationship Id="rId9" Type="http://schemas.openxmlformats.org/officeDocument/2006/relationships/image" Target="../media/image67.emf"/><Relationship Id="rId14" Type="http://schemas.openxmlformats.org/officeDocument/2006/relationships/image" Target="../media/image72.emf"/><Relationship Id="rId22" Type="http://schemas.openxmlformats.org/officeDocument/2006/relationships/image" Target="../media/image8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emf"/><Relationship Id="rId4" Type="http://schemas.openxmlformats.org/officeDocument/2006/relationships/image" Target="../media/image8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C10A7B2-981C-46AF-8AAA-9D58FC9F6488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rgbClr val="0074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S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C708EB4-0D96-4B6D-74B9-84C185E42B76}"/>
              </a:ext>
            </a:extLst>
          </p:cNvPr>
          <p:cNvSpPr/>
          <p:nvPr/>
        </p:nvSpPr>
        <p:spPr>
          <a:xfrm>
            <a:off x="1565647" y="1553328"/>
            <a:ext cx="4208887" cy="4208887"/>
          </a:xfrm>
          <a:prstGeom prst="ellipse">
            <a:avLst/>
          </a:prstGeom>
          <a:gradFill flip="none" rotWithShape="1">
            <a:gsLst>
              <a:gs pos="59000">
                <a:srgbClr val="00A295">
                  <a:alpha val="0"/>
                </a:srgbClr>
              </a:gs>
              <a:gs pos="0">
                <a:srgbClr val="00A29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3C118-D773-0499-445F-B8BA95FBE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4966" y="788123"/>
            <a:ext cx="4292600" cy="35687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13AFCB2B-0B42-F360-6642-FE3D78B5D4F4}"/>
              </a:ext>
            </a:extLst>
          </p:cNvPr>
          <p:cNvSpPr/>
          <p:nvPr/>
        </p:nvSpPr>
        <p:spPr>
          <a:xfrm rot="18900000">
            <a:off x="-4819374" y="-693314"/>
            <a:ext cx="8244627" cy="8244627"/>
          </a:xfrm>
          <a:custGeom>
            <a:avLst/>
            <a:gdLst>
              <a:gd name="connsiteX0" fmla="*/ 4052371 w 6092467"/>
              <a:gd name="connsiteY0" fmla="*/ 2040096 h 6092467"/>
              <a:gd name="connsiteX1" fmla="*/ 3891203 w 6092467"/>
              <a:gd name="connsiteY1" fmla="*/ 1973338 h 6092467"/>
              <a:gd name="connsiteX2" fmla="*/ 2201260 w 6092467"/>
              <a:gd name="connsiteY2" fmla="*/ 1973338 h 6092467"/>
              <a:gd name="connsiteX3" fmla="*/ 1973334 w 6092467"/>
              <a:gd name="connsiteY3" fmla="*/ 2201264 h 6092467"/>
              <a:gd name="connsiteX4" fmla="*/ 1973334 w 6092467"/>
              <a:gd name="connsiteY4" fmla="*/ 3891207 h 6092467"/>
              <a:gd name="connsiteX5" fmla="*/ 2201260 w 6092467"/>
              <a:gd name="connsiteY5" fmla="*/ 4119133 h 6092467"/>
              <a:gd name="connsiteX6" fmla="*/ 3891203 w 6092467"/>
              <a:gd name="connsiteY6" fmla="*/ 4119133 h 6092467"/>
              <a:gd name="connsiteX7" fmla="*/ 4119129 w 6092467"/>
              <a:gd name="connsiteY7" fmla="*/ 3891207 h 6092467"/>
              <a:gd name="connsiteX8" fmla="*/ 4119129 w 6092467"/>
              <a:gd name="connsiteY8" fmla="*/ 2201264 h 6092467"/>
              <a:gd name="connsiteX9" fmla="*/ 4052371 w 6092467"/>
              <a:gd name="connsiteY9" fmla="*/ 2040096 h 6092467"/>
              <a:gd name="connsiteX10" fmla="*/ 5902924 w 6092467"/>
              <a:gd name="connsiteY10" fmla="*/ 189543 h 6092467"/>
              <a:gd name="connsiteX11" fmla="*/ 6092467 w 6092467"/>
              <a:gd name="connsiteY11" fmla="*/ 647142 h 6092467"/>
              <a:gd name="connsiteX12" fmla="*/ 6092467 w 6092467"/>
              <a:gd name="connsiteY12" fmla="*/ 5445325 h 6092467"/>
              <a:gd name="connsiteX13" fmla="*/ 5445325 w 6092467"/>
              <a:gd name="connsiteY13" fmla="*/ 6092467 h 6092467"/>
              <a:gd name="connsiteX14" fmla="*/ 647142 w 6092467"/>
              <a:gd name="connsiteY14" fmla="*/ 6092467 h 6092467"/>
              <a:gd name="connsiteX15" fmla="*/ 0 w 6092467"/>
              <a:gd name="connsiteY15" fmla="*/ 5445325 h 6092467"/>
              <a:gd name="connsiteX16" fmla="*/ 0 w 6092467"/>
              <a:gd name="connsiteY16" fmla="*/ 647142 h 6092467"/>
              <a:gd name="connsiteX17" fmla="*/ 647142 w 6092467"/>
              <a:gd name="connsiteY17" fmla="*/ 0 h 6092467"/>
              <a:gd name="connsiteX18" fmla="*/ 5445325 w 6092467"/>
              <a:gd name="connsiteY18" fmla="*/ 0 h 6092467"/>
              <a:gd name="connsiteX19" fmla="*/ 5902924 w 6092467"/>
              <a:gd name="connsiteY19" fmla="*/ 189543 h 609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92467" h="6092467">
                <a:moveTo>
                  <a:pt x="4052371" y="2040096"/>
                </a:moveTo>
                <a:cubicBezTo>
                  <a:pt x="4011124" y="1998850"/>
                  <a:pt x="3954143" y="1973338"/>
                  <a:pt x="3891203" y="1973338"/>
                </a:cubicBezTo>
                <a:lnTo>
                  <a:pt x="2201260" y="1973338"/>
                </a:lnTo>
                <a:cubicBezTo>
                  <a:pt x="2075380" y="1973338"/>
                  <a:pt x="1973334" y="2075384"/>
                  <a:pt x="1973334" y="2201264"/>
                </a:cubicBezTo>
                <a:lnTo>
                  <a:pt x="1973334" y="3891207"/>
                </a:lnTo>
                <a:cubicBezTo>
                  <a:pt x="1973334" y="4017087"/>
                  <a:pt x="2075380" y="4119133"/>
                  <a:pt x="2201260" y="4119133"/>
                </a:cubicBezTo>
                <a:lnTo>
                  <a:pt x="3891203" y="4119133"/>
                </a:lnTo>
                <a:cubicBezTo>
                  <a:pt x="4017083" y="4119133"/>
                  <a:pt x="4119129" y="4017087"/>
                  <a:pt x="4119129" y="3891207"/>
                </a:cubicBezTo>
                <a:lnTo>
                  <a:pt x="4119129" y="2201264"/>
                </a:lnTo>
                <a:cubicBezTo>
                  <a:pt x="4119129" y="2138324"/>
                  <a:pt x="4093617" y="2081343"/>
                  <a:pt x="4052371" y="2040096"/>
                </a:cubicBezTo>
                <a:close/>
                <a:moveTo>
                  <a:pt x="5902924" y="189543"/>
                </a:moveTo>
                <a:cubicBezTo>
                  <a:pt x="6020033" y="306653"/>
                  <a:pt x="6092467" y="468438"/>
                  <a:pt x="6092467" y="647142"/>
                </a:cubicBezTo>
                <a:lnTo>
                  <a:pt x="6092467" y="5445325"/>
                </a:lnTo>
                <a:cubicBezTo>
                  <a:pt x="6092467" y="5802732"/>
                  <a:pt x="5802732" y="6092467"/>
                  <a:pt x="5445325" y="6092467"/>
                </a:cubicBezTo>
                <a:lnTo>
                  <a:pt x="647142" y="6092467"/>
                </a:lnTo>
                <a:cubicBezTo>
                  <a:pt x="289735" y="6092467"/>
                  <a:pt x="0" y="5802732"/>
                  <a:pt x="0" y="5445325"/>
                </a:cubicBezTo>
                <a:lnTo>
                  <a:pt x="0" y="647142"/>
                </a:lnTo>
                <a:cubicBezTo>
                  <a:pt x="0" y="289735"/>
                  <a:pt x="289735" y="0"/>
                  <a:pt x="647142" y="0"/>
                </a:cubicBezTo>
                <a:lnTo>
                  <a:pt x="5445325" y="0"/>
                </a:lnTo>
                <a:cubicBezTo>
                  <a:pt x="5624029" y="0"/>
                  <a:pt x="5785814" y="72434"/>
                  <a:pt x="5902924" y="189543"/>
                </a:cubicBezTo>
                <a:close/>
              </a:path>
            </a:pathLst>
          </a:custGeom>
          <a:blipFill dpi="0" rotWithShape="0">
            <a:blip r:embed="rId3"/>
            <a:srcRect/>
            <a:stretch>
              <a:fillRect l="24000" t="1000" r="-33000" b="18000"/>
            </a:stretch>
          </a:blipFill>
          <a:ln>
            <a:noFill/>
          </a:ln>
          <a:effectLst>
            <a:innerShdw blurRad="12700" dist="127000" dir="21540000">
              <a:prstClr val="black">
                <a:alpha val="31401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FD42CA1-F0B4-65B7-F36F-FCC0337D6179}"/>
              </a:ext>
            </a:extLst>
          </p:cNvPr>
          <p:cNvSpPr/>
          <p:nvPr/>
        </p:nvSpPr>
        <p:spPr>
          <a:xfrm rot="2700000">
            <a:off x="2690515" y="-3328371"/>
            <a:ext cx="4884516" cy="4884516"/>
          </a:xfrm>
          <a:prstGeom prst="roundRect">
            <a:avLst>
              <a:gd name="adj" fmla="val 10743"/>
            </a:avLst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AEB69FB-61C1-1F0C-BE0A-16562D2D9CA8}"/>
              </a:ext>
            </a:extLst>
          </p:cNvPr>
          <p:cNvSpPr/>
          <p:nvPr/>
        </p:nvSpPr>
        <p:spPr>
          <a:xfrm>
            <a:off x="-812414" y="1893974"/>
            <a:ext cx="2963184" cy="2963184"/>
          </a:xfrm>
          <a:prstGeom prst="ellipse">
            <a:avLst/>
          </a:prstGeom>
          <a:gradFill flip="none" rotWithShape="1">
            <a:gsLst>
              <a:gs pos="59000">
                <a:srgbClr val="00A295">
                  <a:alpha val="0"/>
                </a:srgbClr>
              </a:gs>
              <a:gs pos="0">
                <a:srgbClr val="00A29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794EA67-9B1E-6983-34B4-62715C6DF198}"/>
              </a:ext>
            </a:extLst>
          </p:cNvPr>
          <p:cNvSpPr/>
          <p:nvPr/>
        </p:nvSpPr>
        <p:spPr>
          <a:xfrm rot="2700000">
            <a:off x="2690514" y="5380016"/>
            <a:ext cx="4884516" cy="4884516"/>
          </a:xfrm>
          <a:prstGeom prst="roundRect">
            <a:avLst>
              <a:gd name="adj" fmla="val 10743"/>
            </a:avLst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26C38AF-D522-3FE8-E426-B29493E6FDB9}"/>
              </a:ext>
            </a:extLst>
          </p:cNvPr>
          <p:cNvSpPr/>
          <p:nvPr/>
        </p:nvSpPr>
        <p:spPr>
          <a:xfrm rot="2700000">
            <a:off x="12710686" y="6779372"/>
            <a:ext cx="611823" cy="611823"/>
          </a:xfrm>
          <a:prstGeom prst="roundRect">
            <a:avLst>
              <a:gd name="adj" fmla="val 10743"/>
            </a:avLst>
          </a:prstGeom>
          <a:solidFill>
            <a:srgbClr val="00A295"/>
          </a:solidFill>
          <a:ln w="476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869F877-6EA0-5F24-9F34-8973E2AAA3ED}"/>
              </a:ext>
            </a:extLst>
          </p:cNvPr>
          <p:cNvSpPr/>
          <p:nvPr/>
        </p:nvSpPr>
        <p:spPr>
          <a:xfrm rot="2700000">
            <a:off x="-5041834" y="945177"/>
            <a:ext cx="4884516" cy="4884516"/>
          </a:xfrm>
          <a:prstGeom prst="roundRect">
            <a:avLst>
              <a:gd name="adj" fmla="val 10743"/>
            </a:avLst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B0BB25-3319-DB83-ABEE-DB22512EAF6A}"/>
              </a:ext>
            </a:extLst>
          </p:cNvPr>
          <p:cNvSpPr/>
          <p:nvPr/>
        </p:nvSpPr>
        <p:spPr>
          <a:xfrm>
            <a:off x="9632731" y="4771676"/>
            <a:ext cx="1266810" cy="303643"/>
          </a:xfrm>
          <a:prstGeom prst="rect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5E35DD-606A-ECE6-C692-731A3818AC66}"/>
              </a:ext>
            </a:extLst>
          </p:cNvPr>
          <p:cNvSpPr/>
          <p:nvPr/>
        </p:nvSpPr>
        <p:spPr>
          <a:xfrm rot="2700000">
            <a:off x="2845493" y="-3355178"/>
            <a:ext cx="4574560" cy="4574560"/>
          </a:xfrm>
          <a:prstGeom prst="roundRect">
            <a:avLst>
              <a:gd name="adj" fmla="val 10743"/>
            </a:avLst>
          </a:prstGeom>
          <a:gradFill flip="none" rotWithShape="1">
            <a:gsLst>
              <a:gs pos="23000">
                <a:srgbClr val="C0D684">
                  <a:alpha val="0"/>
                </a:srgbClr>
              </a:gs>
              <a:gs pos="0">
                <a:srgbClr val="00A295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SA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8203432-400D-C3ED-9C4C-F7DD1B0979EB}"/>
              </a:ext>
            </a:extLst>
          </p:cNvPr>
          <p:cNvSpPr/>
          <p:nvPr/>
        </p:nvSpPr>
        <p:spPr>
          <a:xfrm rot="13500000">
            <a:off x="2845493" y="5816921"/>
            <a:ext cx="4574560" cy="4574560"/>
          </a:xfrm>
          <a:prstGeom prst="roundRect">
            <a:avLst>
              <a:gd name="adj" fmla="val 10743"/>
            </a:avLst>
          </a:prstGeom>
          <a:gradFill flip="none" rotWithShape="1">
            <a:gsLst>
              <a:gs pos="23000">
                <a:srgbClr val="C0D684">
                  <a:alpha val="0"/>
                </a:srgbClr>
              </a:gs>
              <a:gs pos="0">
                <a:srgbClr val="00A295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S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24C156-FE42-8D06-C347-E228C5C6324F}"/>
              </a:ext>
            </a:extLst>
          </p:cNvPr>
          <p:cNvSpPr txBox="1"/>
          <p:nvPr/>
        </p:nvSpPr>
        <p:spPr>
          <a:xfrm>
            <a:off x="6096000" y="2895831"/>
            <a:ext cx="4916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4800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العـنـوان الرئـيسي</a:t>
            </a:r>
            <a:endParaRPr lang="en-SA" sz="4800" b="1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207414-C76F-436B-503E-36A238A4D299}"/>
              </a:ext>
            </a:extLst>
          </p:cNvPr>
          <p:cNvSpPr txBox="1"/>
          <p:nvPr/>
        </p:nvSpPr>
        <p:spPr>
          <a:xfrm>
            <a:off x="4982818" y="3916253"/>
            <a:ext cx="6029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400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العنـوان الفـرعـي العـنـوان الفرعـي </a:t>
            </a:r>
            <a:endParaRPr lang="en-SA" sz="2400" b="1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9F8EFD0-A251-6E86-9034-EDECC2F42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641" y="1577332"/>
            <a:ext cx="1739900" cy="6858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2BBAB27-D754-43F1-D5E9-F3916610EC32}"/>
              </a:ext>
            </a:extLst>
          </p:cNvPr>
          <p:cNvSpPr txBox="1"/>
          <p:nvPr/>
        </p:nvSpPr>
        <p:spPr>
          <a:xfrm>
            <a:off x="9184007" y="4748883"/>
            <a:ext cx="1557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000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2 0 2 5</a:t>
            </a:r>
            <a:endParaRPr lang="en-SA" sz="2000" b="1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68355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BCB080-BA97-DAB9-145E-6BA96E09F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78520" y="3740725"/>
            <a:ext cx="9641198" cy="108758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AA2FB48-AB1A-17C3-4B9F-55D582392164}"/>
              </a:ext>
            </a:extLst>
          </p:cNvPr>
          <p:cNvSpPr/>
          <p:nvPr/>
        </p:nvSpPr>
        <p:spPr>
          <a:xfrm>
            <a:off x="14293896" y="1334529"/>
            <a:ext cx="369455" cy="6853381"/>
          </a:xfrm>
          <a:prstGeom prst="rect">
            <a:avLst/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C5EADE-46CD-23CC-ED14-C1EEA08684A5}"/>
              </a:ext>
            </a:extLst>
          </p:cNvPr>
          <p:cNvSpPr/>
          <p:nvPr/>
        </p:nvSpPr>
        <p:spPr>
          <a:xfrm>
            <a:off x="-4098097" y="4016248"/>
            <a:ext cx="7707461" cy="7707461"/>
          </a:xfrm>
          <a:prstGeom prst="ellipse">
            <a:avLst/>
          </a:prstGeom>
          <a:gradFill flip="none" rotWithShape="1">
            <a:gsLst>
              <a:gs pos="64000">
                <a:srgbClr val="00A295">
                  <a:alpha val="0"/>
                </a:srgbClr>
              </a:gs>
              <a:gs pos="0">
                <a:srgbClr val="00A295">
                  <a:alpha val="82142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6420AC-B710-9AC6-21E1-8F44B4FEA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487" y="2669171"/>
            <a:ext cx="4311650" cy="11823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2B3090-42DB-0C84-977F-9A6F9BCA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838137" y="-7961386"/>
            <a:ext cx="9641198" cy="1087581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CC1D9F9-DBE4-2776-F8E3-65AA324CF184}"/>
              </a:ext>
            </a:extLst>
          </p:cNvPr>
          <p:cNvSpPr/>
          <p:nvPr/>
        </p:nvSpPr>
        <p:spPr>
          <a:xfrm rot="10800000">
            <a:off x="8296056" y="-4447095"/>
            <a:ext cx="7707461" cy="7707461"/>
          </a:xfrm>
          <a:prstGeom prst="ellipse">
            <a:avLst/>
          </a:prstGeom>
          <a:gradFill flip="none" rotWithShape="1">
            <a:gsLst>
              <a:gs pos="64000">
                <a:srgbClr val="00A295">
                  <a:alpha val="0"/>
                </a:srgbClr>
              </a:gs>
              <a:gs pos="0">
                <a:srgbClr val="00A295">
                  <a:alpha val="82142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84322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1FA5-D0B0-AAD4-4088-64AEBCD3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09D1A7-03AB-FB23-E24D-F257B423F41E}"/>
              </a:ext>
            </a:extLst>
          </p:cNvPr>
          <p:cNvSpPr/>
          <p:nvPr/>
        </p:nvSpPr>
        <p:spPr>
          <a:xfrm>
            <a:off x="8823939" y="-1"/>
            <a:ext cx="3368060" cy="6853381"/>
          </a:xfrm>
          <a:prstGeom prst="rect">
            <a:avLst/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E1CE5C0-E47A-A3B6-BC60-D3EBCBA7F8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6770914" y="-5726887"/>
            <a:ext cx="13982029" cy="16725857"/>
          </a:xfrm>
          <a:prstGeom prst="rect">
            <a:avLst/>
          </a:prstGeom>
          <a:effectLst/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E1B439-5404-0CC9-9A20-E48EE4E0C8F8}"/>
              </a:ext>
            </a:extLst>
          </p:cNvPr>
          <p:cNvSpPr/>
          <p:nvPr/>
        </p:nvSpPr>
        <p:spPr>
          <a:xfrm>
            <a:off x="8010594" y="2334827"/>
            <a:ext cx="1096141" cy="487432"/>
          </a:xfrm>
          <a:prstGeom prst="roundRect">
            <a:avLst/>
          </a:prstGeom>
          <a:gradFill>
            <a:gsLst>
              <a:gs pos="0">
                <a:srgbClr val="5A5E61">
                  <a:lumMod val="45871"/>
                  <a:lumOff val="54129"/>
                </a:srgbClr>
              </a:gs>
              <a:gs pos="75000">
                <a:srgbClr val="5A5E61"/>
              </a:gs>
              <a:gs pos="99000">
                <a:srgbClr val="6D7175">
                  <a:lumMod val="84000"/>
                  <a:lumOff val="16000"/>
                </a:srgbClr>
              </a:gs>
            </a:gsLst>
            <a:lin ang="2400000" scaled="0"/>
          </a:gra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87AD64-3867-479B-DF83-1B9FC4A4F767}"/>
              </a:ext>
            </a:extLst>
          </p:cNvPr>
          <p:cNvSpPr/>
          <p:nvPr/>
        </p:nvSpPr>
        <p:spPr>
          <a:xfrm>
            <a:off x="2753710" y="2319428"/>
            <a:ext cx="5935228" cy="502831"/>
          </a:xfrm>
          <a:prstGeom prst="roundRect">
            <a:avLst/>
          </a:prstGeom>
          <a:gradFill>
            <a:gsLst>
              <a:gs pos="0">
                <a:schemeClr val="bg1"/>
              </a:gs>
              <a:gs pos="16000">
                <a:schemeClr val="bg1">
                  <a:lumMod val="91154"/>
                </a:schemeClr>
              </a:gs>
              <a:gs pos="90000">
                <a:schemeClr val="bg1"/>
              </a:gs>
            </a:gsLst>
            <a:lin ang="2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480CFB-47C9-8EDF-A58D-DC120941E224}"/>
              </a:ext>
            </a:extLst>
          </p:cNvPr>
          <p:cNvSpPr txBox="1"/>
          <p:nvPr/>
        </p:nvSpPr>
        <p:spPr>
          <a:xfrm>
            <a:off x="3464743" y="2360594"/>
            <a:ext cx="4969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dirty="0">
                <a:solidFill>
                  <a:srgbClr val="5A5E6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عنوان الصفحة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4A06B-AB4B-07CB-ADEA-0527BDB7109E}"/>
              </a:ext>
            </a:extLst>
          </p:cNvPr>
          <p:cNvSpPr txBox="1"/>
          <p:nvPr/>
        </p:nvSpPr>
        <p:spPr>
          <a:xfrm>
            <a:off x="8489601" y="2371322"/>
            <a:ext cx="55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ocon® Next Arabic" panose="020A0503020102020204" pitchFamily="18" charset="-78"/>
                <a:cs typeface="Arial" panose="020B0604020202020204" pitchFamily="34" charset="0"/>
              </a:rPr>
              <a:t>1</a:t>
            </a:r>
            <a:endParaRPr lang="ar-SA" dirty="0">
              <a:solidFill>
                <a:schemeClr val="bg1"/>
              </a:solidFill>
              <a:latin typeface="Arial" panose="020B0604020202020204" pitchFamily="34" charset="0"/>
              <a:ea typeface="Cocon® Next Arabic" panose="020A0503020102020204" pitchFamily="18" charset="-78"/>
              <a:cs typeface="Arial" panose="020B06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59A51A4-3925-CC11-3A16-9DB84465014F}"/>
              </a:ext>
            </a:extLst>
          </p:cNvPr>
          <p:cNvSpPr/>
          <p:nvPr/>
        </p:nvSpPr>
        <p:spPr>
          <a:xfrm>
            <a:off x="8010594" y="2953135"/>
            <a:ext cx="1096141" cy="487432"/>
          </a:xfrm>
          <a:prstGeom prst="roundRect">
            <a:avLst/>
          </a:prstGeom>
          <a:gradFill>
            <a:gsLst>
              <a:gs pos="0">
                <a:srgbClr val="5A5E61">
                  <a:lumMod val="45871"/>
                  <a:lumOff val="54129"/>
                </a:srgbClr>
              </a:gs>
              <a:gs pos="75000">
                <a:srgbClr val="5A5E61"/>
              </a:gs>
              <a:gs pos="99000">
                <a:srgbClr val="6D7175">
                  <a:lumMod val="84000"/>
                  <a:lumOff val="16000"/>
                </a:srgbClr>
              </a:gs>
            </a:gsLst>
            <a:lin ang="2400000" scaled="0"/>
          </a:gra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80E9752-990A-90B9-9BEB-1AD5DD943A16}"/>
              </a:ext>
            </a:extLst>
          </p:cNvPr>
          <p:cNvSpPr/>
          <p:nvPr/>
        </p:nvSpPr>
        <p:spPr>
          <a:xfrm>
            <a:off x="2753710" y="2937736"/>
            <a:ext cx="5935228" cy="502831"/>
          </a:xfrm>
          <a:prstGeom prst="roundRect">
            <a:avLst/>
          </a:prstGeom>
          <a:gradFill>
            <a:gsLst>
              <a:gs pos="0">
                <a:schemeClr val="bg1"/>
              </a:gs>
              <a:gs pos="16000">
                <a:schemeClr val="bg1">
                  <a:lumMod val="91154"/>
                </a:schemeClr>
              </a:gs>
              <a:gs pos="90000">
                <a:schemeClr val="bg1"/>
              </a:gs>
            </a:gsLst>
            <a:lin ang="2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22AF46-92A8-2E46-8F7F-42B27BA0D0FE}"/>
              </a:ext>
            </a:extLst>
          </p:cNvPr>
          <p:cNvSpPr txBox="1"/>
          <p:nvPr/>
        </p:nvSpPr>
        <p:spPr>
          <a:xfrm>
            <a:off x="3464743" y="2978902"/>
            <a:ext cx="4969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dirty="0">
                <a:solidFill>
                  <a:srgbClr val="5A5E6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عنوان الصفحة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29759E-C8C1-4397-8FD9-10E9F3C14E8D}"/>
              </a:ext>
            </a:extLst>
          </p:cNvPr>
          <p:cNvSpPr txBox="1"/>
          <p:nvPr/>
        </p:nvSpPr>
        <p:spPr>
          <a:xfrm>
            <a:off x="8489601" y="2989630"/>
            <a:ext cx="55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ocon® Next Arabic" panose="020A0503020102020204" pitchFamily="18" charset="-78"/>
                <a:cs typeface="Arial" panose="020B0604020202020204" pitchFamily="34" charset="0"/>
              </a:rPr>
              <a:t>2</a:t>
            </a:r>
            <a:endParaRPr lang="ar-SA" dirty="0">
              <a:solidFill>
                <a:schemeClr val="bg1"/>
              </a:solidFill>
              <a:latin typeface="Arial" panose="020B0604020202020204" pitchFamily="34" charset="0"/>
              <a:ea typeface="Cocon® Next Arabic" panose="020A0503020102020204" pitchFamily="18" charset="-78"/>
              <a:cs typeface="Arial" panose="020B0604020202020204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D38320A-9334-AACF-0AFF-4C96307CA02B}"/>
              </a:ext>
            </a:extLst>
          </p:cNvPr>
          <p:cNvSpPr/>
          <p:nvPr/>
        </p:nvSpPr>
        <p:spPr>
          <a:xfrm>
            <a:off x="8010594" y="3588860"/>
            <a:ext cx="1096141" cy="487432"/>
          </a:xfrm>
          <a:prstGeom prst="roundRect">
            <a:avLst/>
          </a:prstGeom>
          <a:gradFill>
            <a:gsLst>
              <a:gs pos="0">
                <a:srgbClr val="5A5E61">
                  <a:lumMod val="45871"/>
                  <a:lumOff val="54129"/>
                </a:srgbClr>
              </a:gs>
              <a:gs pos="75000">
                <a:srgbClr val="5A5E61"/>
              </a:gs>
              <a:gs pos="99000">
                <a:srgbClr val="6D7175">
                  <a:lumMod val="84000"/>
                  <a:lumOff val="16000"/>
                </a:srgbClr>
              </a:gs>
            </a:gsLst>
            <a:lin ang="2400000" scaled="0"/>
          </a:gra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1BD6E41-0F95-BE73-8C1A-8BBF54AAB5F1}"/>
              </a:ext>
            </a:extLst>
          </p:cNvPr>
          <p:cNvSpPr/>
          <p:nvPr/>
        </p:nvSpPr>
        <p:spPr>
          <a:xfrm>
            <a:off x="2753710" y="3573461"/>
            <a:ext cx="5935228" cy="502831"/>
          </a:xfrm>
          <a:prstGeom prst="roundRect">
            <a:avLst/>
          </a:prstGeom>
          <a:gradFill>
            <a:gsLst>
              <a:gs pos="0">
                <a:schemeClr val="bg1"/>
              </a:gs>
              <a:gs pos="16000">
                <a:schemeClr val="bg1">
                  <a:lumMod val="91154"/>
                </a:schemeClr>
              </a:gs>
              <a:gs pos="90000">
                <a:schemeClr val="bg1"/>
              </a:gs>
            </a:gsLst>
            <a:lin ang="2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0C6E6-BC47-C448-876E-5490EACA8956}"/>
              </a:ext>
            </a:extLst>
          </p:cNvPr>
          <p:cNvSpPr txBox="1"/>
          <p:nvPr/>
        </p:nvSpPr>
        <p:spPr>
          <a:xfrm>
            <a:off x="3464743" y="3614627"/>
            <a:ext cx="4969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dirty="0">
                <a:solidFill>
                  <a:srgbClr val="5A5E6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عنوان الصفحة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1BF93A-0FE9-26FD-3389-DAC3A0CE1954}"/>
              </a:ext>
            </a:extLst>
          </p:cNvPr>
          <p:cNvSpPr txBox="1"/>
          <p:nvPr/>
        </p:nvSpPr>
        <p:spPr>
          <a:xfrm>
            <a:off x="8489601" y="3625355"/>
            <a:ext cx="55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ocon® Next Arabic" panose="020A0503020102020204" pitchFamily="18" charset="-78"/>
                <a:cs typeface="Arial" panose="020B0604020202020204" pitchFamily="34" charset="0"/>
              </a:rPr>
              <a:t>3</a:t>
            </a:r>
            <a:endParaRPr lang="ar-SA" dirty="0">
              <a:solidFill>
                <a:schemeClr val="bg1"/>
              </a:solidFill>
              <a:latin typeface="Arial" panose="020B0604020202020204" pitchFamily="34" charset="0"/>
              <a:ea typeface="Cocon® Next Arabic" panose="020A0503020102020204" pitchFamily="18" charset="-78"/>
              <a:cs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096585F-EBB9-20E1-F252-89B4F29D42BE}"/>
              </a:ext>
            </a:extLst>
          </p:cNvPr>
          <p:cNvSpPr/>
          <p:nvPr/>
        </p:nvSpPr>
        <p:spPr>
          <a:xfrm>
            <a:off x="8010594" y="4242003"/>
            <a:ext cx="1096141" cy="487432"/>
          </a:xfrm>
          <a:prstGeom prst="roundRect">
            <a:avLst/>
          </a:prstGeom>
          <a:gradFill>
            <a:gsLst>
              <a:gs pos="0">
                <a:srgbClr val="5A5E61">
                  <a:lumMod val="45871"/>
                  <a:lumOff val="54129"/>
                </a:srgbClr>
              </a:gs>
              <a:gs pos="75000">
                <a:srgbClr val="5A5E61"/>
              </a:gs>
              <a:gs pos="99000">
                <a:srgbClr val="6D7175">
                  <a:lumMod val="84000"/>
                  <a:lumOff val="16000"/>
                </a:srgbClr>
              </a:gs>
            </a:gsLst>
            <a:lin ang="2400000" scaled="0"/>
          </a:gra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F044354-1EE0-9C26-37DA-22090FB813C9}"/>
              </a:ext>
            </a:extLst>
          </p:cNvPr>
          <p:cNvSpPr/>
          <p:nvPr/>
        </p:nvSpPr>
        <p:spPr>
          <a:xfrm>
            <a:off x="2753710" y="4226604"/>
            <a:ext cx="5935228" cy="502831"/>
          </a:xfrm>
          <a:prstGeom prst="roundRect">
            <a:avLst/>
          </a:prstGeom>
          <a:gradFill>
            <a:gsLst>
              <a:gs pos="0">
                <a:schemeClr val="bg1"/>
              </a:gs>
              <a:gs pos="16000">
                <a:schemeClr val="bg1">
                  <a:lumMod val="91154"/>
                </a:schemeClr>
              </a:gs>
              <a:gs pos="90000">
                <a:schemeClr val="bg1"/>
              </a:gs>
            </a:gsLst>
            <a:lin ang="2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A41D4C-DF93-1A66-17CE-34137AACAE97}"/>
              </a:ext>
            </a:extLst>
          </p:cNvPr>
          <p:cNvSpPr txBox="1"/>
          <p:nvPr/>
        </p:nvSpPr>
        <p:spPr>
          <a:xfrm>
            <a:off x="3464743" y="4267770"/>
            <a:ext cx="4969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dirty="0">
                <a:solidFill>
                  <a:srgbClr val="5A5E6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عنوان الصفحة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567CA-3DC2-996E-0213-995CA3ABCB46}"/>
              </a:ext>
            </a:extLst>
          </p:cNvPr>
          <p:cNvSpPr txBox="1"/>
          <p:nvPr/>
        </p:nvSpPr>
        <p:spPr>
          <a:xfrm>
            <a:off x="8489601" y="4278498"/>
            <a:ext cx="55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ocon® Next Arabic" panose="020A0503020102020204" pitchFamily="18" charset="-78"/>
                <a:cs typeface="Arial" panose="020B0604020202020204" pitchFamily="34" charset="0"/>
              </a:rPr>
              <a:t>4</a:t>
            </a:r>
            <a:endParaRPr lang="ar-SA" dirty="0">
              <a:solidFill>
                <a:schemeClr val="bg1"/>
              </a:solidFill>
              <a:latin typeface="Arial" panose="020B0604020202020204" pitchFamily="34" charset="0"/>
              <a:ea typeface="Cocon® Next Arabic" panose="020A0503020102020204" pitchFamily="18" charset="-78"/>
              <a:cs typeface="Arial" panose="020B06040202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A02A855-353D-7BBC-C6BF-B46AF5C5EE15}"/>
              </a:ext>
            </a:extLst>
          </p:cNvPr>
          <p:cNvSpPr/>
          <p:nvPr/>
        </p:nvSpPr>
        <p:spPr>
          <a:xfrm>
            <a:off x="8010594" y="4877729"/>
            <a:ext cx="1096141" cy="487432"/>
          </a:xfrm>
          <a:prstGeom prst="roundRect">
            <a:avLst/>
          </a:prstGeom>
          <a:gradFill>
            <a:gsLst>
              <a:gs pos="0">
                <a:srgbClr val="5A5E61">
                  <a:lumMod val="45871"/>
                  <a:lumOff val="54129"/>
                </a:srgbClr>
              </a:gs>
              <a:gs pos="75000">
                <a:srgbClr val="5A5E61"/>
              </a:gs>
              <a:gs pos="99000">
                <a:srgbClr val="6D7175">
                  <a:lumMod val="84000"/>
                  <a:lumOff val="16000"/>
                </a:srgbClr>
              </a:gs>
            </a:gsLst>
            <a:lin ang="2400000" scaled="0"/>
          </a:gra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3A72179-DE93-73D7-C44B-2A898595C2A3}"/>
              </a:ext>
            </a:extLst>
          </p:cNvPr>
          <p:cNvSpPr/>
          <p:nvPr/>
        </p:nvSpPr>
        <p:spPr>
          <a:xfrm>
            <a:off x="2753710" y="4862330"/>
            <a:ext cx="5935228" cy="502831"/>
          </a:xfrm>
          <a:prstGeom prst="roundRect">
            <a:avLst/>
          </a:prstGeom>
          <a:gradFill>
            <a:gsLst>
              <a:gs pos="0">
                <a:schemeClr val="bg1"/>
              </a:gs>
              <a:gs pos="16000">
                <a:schemeClr val="bg1">
                  <a:lumMod val="91154"/>
                </a:schemeClr>
              </a:gs>
              <a:gs pos="90000">
                <a:schemeClr val="bg1"/>
              </a:gs>
            </a:gsLst>
            <a:lin ang="2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DD0A04-8329-A402-5401-1B092FDBEDAA}"/>
              </a:ext>
            </a:extLst>
          </p:cNvPr>
          <p:cNvSpPr txBox="1"/>
          <p:nvPr/>
        </p:nvSpPr>
        <p:spPr>
          <a:xfrm>
            <a:off x="3464743" y="4903496"/>
            <a:ext cx="4969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dirty="0">
                <a:solidFill>
                  <a:srgbClr val="5A5E6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عنوان الصفحة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8E52E4-291E-89CF-8EB6-561FA85207BD}"/>
              </a:ext>
            </a:extLst>
          </p:cNvPr>
          <p:cNvSpPr txBox="1"/>
          <p:nvPr/>
        </p:nvSpPr>
        <p:spPr>
          <a:xfrm>
            <a:off x="8489601" y="4914224"/>
            <a:ext cx="55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Cocon® Next Arabic" panose="020A0503020102020204" pitchFamily="18" charset="-78"/>
                <a:cs typeface="Arial" panose="020B0604020202020204" pitchFamily="34" charset="0"/>
              </a:rPr>
              <a:t>5</a:t>
            </a:r>
            <a:endParaRPr lang="ar-SA" dirty="0">
              <a:solidFill>
                <a:schemeClr val="bg1"/>
              </a:solidFill>
              <a:latin typeface="Arial" panose="020B0604020202020204" pitchFamily="34" charset="0"/>
              <a:ea typeface="Cocon® Next Arabic" panose="020A0503020102020204" pitchFamily="18" charset="-78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C7FCEAA-4EFD-C970-8555-124CFDA02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939" y="1100058"/>
            <a:ext cx="1016000" cy="111929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EA2C60B-7EF6-CDDC-EB77-7539516B24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268" t="10734" b="68577"/>
          <a:stretch/>
        </p:blipFill>
        <p:spPr>
          <a:xfrm>
            <a:off x="3787531" y="989936"/>
            <a:ext cx="4536142" cy="1056578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185715E6-7320-928F-FCE3-64BD978B3F4D}"/>
              </a:ext>
            </a:extLst>
          </p:cNvPr>
          <p:cNvSpPr txBox="1">
            <a:spLocks/>
          </p:cNvSpPr>
          <p:nvPr/>
        </p:nvSpPr>
        <p:spPr>
          <a:xfrm>
            <a:off x="4460177" y="1312526"/>
            <a:ext cx="3414122" cy="411397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2800" dirty="0">
                <a:solidFill>
                  <a:schemeClr val="bg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جــــــدول المــحــتـــــــويــــــات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4ECEC80-9F07-EA48-8601-4D9E60F5B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68428" y="6768510"/>
            <a:ext cx="42926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9ACD-6013-9F2C-07E8-E726E0A60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2E2D04-D37A-703E-1872-95EB5A9057B4}"/>
              </a:ext>
            </a:extLst>
          </p:cNvPr>
          <p:cNvSpPr/>
          <p:nvPr/>
        </p:nvSpPr>
        <p:spPr>
          <a:xfrm>
            <a:off x="0" y="-1"/>
            <a:ext cx="12191999" cy="6853381"/>
          </a:xfrm>
          <a:prstGeom prst="rect">
            <a:avLst/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51C513B-07E9-357A-7FCA-74AE266AA0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rcRect t="32938" r="7196" b="23196"/>
          <a:stretch/>
        </p:blipFill>
        <p:spPr>
          <a:xfrm>
            <a:off x="-370114" y="-195942"/>
            <a:ext cx="12975772" cy="7336972"/>
          </a:xfrm>
          <a:prstGeom prst="rect">
            <a:avLst/>
          </a:prstGeom>
          <a:effectLst/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6DD255F-7575-5FC4-41AD-D107B8969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99" y="7410535"/>
            <a:ext cx="4292600" cy="35687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86015A-9DC5-082F-5C5E-2172B7A5D886}"/>
              </a:ext>
            </a:extLst>
          </p:cNvPr>
          <p:cNvSpPr/>
          <p:nvPr/>
        </p:nvSpPr>
        <p:spPr>
          <a:xfrm>
            <a:off x="3151584" y="2745858"/>
            <a:ext cx="5655365" cy="1361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7D3D6-E9DC-EB20-20F9-D9CDAEF5972A}"/>
              </a:ext>
            </a:extLst>
          </p:cNvPr>
          <p:cNvSpPr/>
          <p:nvPr/>
        </p:nvSpPr>
        <p:spPr>
          <a:xfrm>
            <a:off x="8153637" y="2126974"/>
            <a:ext cx="653312" cy="618884"/>
          </a:xfrm>
          <a:prstGeom prst="rect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41D30F-0929-214B-4C10-AE79AC8C3156}"/>
              </a:ext>
            </a:extLst>
          </p:cNvPr>
          <p:cNvSpPr/>
          <p:nvPr/>
        </p:nvSpPr>
        <p:spPr>
          <a:xfrm>
            <a:off x="8153637" y="2742217"/>
            <a:ext cx="653312" cy="1369925"/>
          </a:xfrm>
          <a:prstGeom prst="rect">
            <a:avLst/>
          </a:prstGeom>
          <a:gradFill>
            <a:gsLst>
              <a:gs pos="16000">
                <a:srgbClr val="3C454E"/>
              </a:gs>
              <a:gs pos="100000">
                <a:srgbClr val="00A295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B9C25-E294-ED0E-8B3D-77963C1C190F}"/>
              </a:ext>
            </a:extLst>
          </p:cNvPr>
          <p:cNvSpPr txBox="1"/>
          <p:nvPr/>
        </p:nvSpPr>
        <p:spPr>
          <a:xfrm>
            <a:off x="3488450" y="3072745"/>
            <a:ext cx="4432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40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عـــــــــــنــوان </a:t>
            </a:r>
            <a:r>
              <a:rPr lang="ar-SA" sz="4000" dirty="0" err="1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التـبــويـــبـــــــــــة</a:t>
            </a:r>
            <a:endParaRPr lang="en-SA" sz="4000" dirty="0">
              <a:solidFill>
                <a:srgbClr val="00746B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08928E-5068-3FF7-852D-95DA90751CB5}"/>
              </a:ext>
            </a:extLst>
          </p:cNvPr>
          <p:cNvSpPr txBox="1"/>
          <p:nvPr/>
        </p:nvSpPr>
        <p:spPr>
          <a:xfrm>
            <a:off x="8003069" y="2159262"/>
            <a:ext cx="80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dirty="0">
                <a:solidFill>
                  <a:schemeClr val="bg1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01</a:t>
            </a:r>
            <a:endParaRPr lang="en-SA" sz="3200" dirty="0">
              <a:solidFill>
                <a:schemeClr val="bg1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8900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Hexagon 40">
            <a:extLst>
              <a:ext uri="{FF2B5EF4-FFF2-40B4-BE49-F238E27FC236}">
                <a16:creationId xmlns:a16="http://schemas.microsoft.com/office/drawing/2014/main" id="{7BBADFE7-685F-00EC-E5BB-EEA88F4FC683}"/>
              </a:ext>
            </a:extLst>
          </p:cNvPr>
          <p:cNvSpPr/>
          <p:nvPr/>
        </p:nvSpPr>
        <p:spPr>
          <a:xfrm>
            <a:off x="-725546" y="-155089"/>
            <a:ext cx="13913814" cy="7158657"/>
          </a:xfrm>
          <a:prstGeom prst="hexagon">
            <a:avLst/>
          </a:prstGeom>
          <a:gradFill flip="none" rotWithShape="1">
            <a:gsLst>
              <a:gs pos="58000">
                <a:schemeClr val="bg1">
                  <a:alpha val="82818"/>
                </a:schemeClr>
              </a:gs>
              <a:gs pos="100000">
                <a:srgbClr val="00A295">
                  <a:alpha val="38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AFC95527-8EC0-5FAA-1F76-622AB30D0C09}"/>
              </a:ext>
            </a:extLst>
          </p:cNvPr>
          <p:cNvSpPr/>
          <p:nvPr/>
        </p:nvSpPr>
        <p:spPr>
          <a:xfrm>
            <a:off x="4659125" y="2190317"/>
            <a:ext cx="2873745" cy="2477367"/>
          </a:xfrm>
          <a:prstGeom prst="hexagon">
            <a:avLst/>
          </a:prstGeom>
          <a:gradFill flip="none" rotWithShape="1">
            <a:gsLst>
              <a:gs pos="58000">
                <a:schemeClr val="bg1">
                  <a:alpha val="82818"/>
                </a:schemeClr>
              </a:gs>
              <a:gs pos="100000">
                <a:srgbClr val="00A295">
                  <a:alpha val="38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4918657-1348-A1BC-FD20-626B255C4D0B}"/>
              </a:ext>
            </a:extLst>
          </p:cNvPr>
          <p:cNvSpPr/>
          <p:nvPr/>
        </p:nvSpPr>
        <p:spPr>
          <a:xfrm>
            <a:off x="4499917" y="2053069"/>
            <a:ext cx="3192163" cy="2751865"/>
          </a:xfrm>
          <a:prstGeom prst="hexagon">
            <a:avLst/>
          </a:prstGeom>
          <a:noFill/>
          <a:ln>
            <a:solidFill>
              <a:srgbClr val="00A2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D45AE51B-E2C9-E71C-7369-F8DD44B9BDFC}"/>
              </a:ext>
            </a:extLst>
          </p:cNvPr>
          <p:cNvSpPr/>
          <p:nvPr/>
        </p:nvSpPr>
        <p:spPr>
          <a:xfrm>
            <a:off x="4955059" y="2445433"/>
            <a:ext cx="2281881" cy="1967139"/>
          </a:xfrm>
          <a:prstGeom prst="hexagon">
            <a:avLst/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0374330B-0E6E-489F-9CC1-A18059C0886D}"/>
              </a:ext>
            </a:extLst>
          </p:cNvPr>
          <p:cNvSpPr/>
          <p:nvPr/>
        </p:nvSpPr>
        <p:spPr>
          <a:xfrm rot="18000000">
            <a:off x="7190701" y="1475150"/>
            <a:ext cx="221686" cy="191109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12DC4C-286A-E320-2509-F1C91585E7DA}"/>
              </a:ext>
            </a:extLst>
          </p:cNvPr>
          <p:cNvCxnSpPr/>
          <p:nvPr/>
        </p:nvCxnSpPr>
        <p:spPr>
          <a:xfrm flipV="1">
            <a:off x="7011072" y="1682046"/>
            <a:ext cx="225868" cy="349163"/>
          </a:xfrm>
          <a:prstGeom prst="line">
            <a:avLst/>
          </a:prstGeom>
          <a:ln>
            <a:solidFill>
              <a:srgbClr val="00A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bject 3">
            <a:extLst>
              <a:ext uri="{FF2B5EF4-FFF2-40B4-BE49-F238E27FC236}">
                <a16:creationId xmlns:a16="http://schemas.microsoft.com/office/drawing/2014/main" id="{0F078AF7-A790-0450-9984-E3E1D8318AD6}"/>
              </a:ext>
            </a:extLst>
          </p:cNvPr>
          <p:cNvSpPr txBox="1">
            <a:spLocks/>
          </p:cNvSpPr>
          <p:nvPr/>
        </p:nvSpPr>
        <p:spPr>
          <a:xfrm>
            <a:off x="5308800" y="3022990"/>
            <a:ext cx="1384070" cy="812019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2800" dirty="0">
                <a:solidFill>
                  <a:schemeClr val="bg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الـنـــــــــص</a:t>
            </a:r>
          </a:p>
          <a:p>
            <a:pPr marL="12701" algn="r" rtl="1">
              <a:spcBef>
                <a:spcPts val="100"/>
              </a:spcBef>
            </a:pPr>
            <a:r>
              <a:rPr lang="ar-SA" sz="2800" dirty="0">
                <a:solidFill>
                  <a:schemeClr val="bg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الأساسي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6EB22967-61AF-73D4-41B7-64038DAC3723}"/>
              </a:ext>
            </a:extLst>
          </p:cNvPr>
          <p:cNvSpPr txBox="1">
            <a:spLocks/>
          </p:cNvSpPr>
          <p:nvPr/>
        </p:nvSpPr>
        <p:spPr>
          <a:xfrm>
            <a:off x="7774469" y="1412996"/>
            <a:ext cx="1579382" cy="269050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18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عــنــوان الفـقـــــرة</a:t>
            </a: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56DB71AB-3CCE-2498-CEA0-BC392ED51858}"/>
              </a:ext>
            </a:extLst>
          </p:cNvPr>
          <p:cNvSpPr txBox="1">
            <a:spLocks/>
          </p:cNvSpPr>
          <p:nvPr/>
        </p:nvSpPr>
        <p:spPr>
          <a:xfrm>
            <a:off x="7774469" y="1780062"/>
            <a:ext cx="1579382" cy="533481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عـــنـــوان الفــقــــــــرة الفرعيـة عــنـــوان الفــقــــــــرة الفرعـيـة</a:t>
            </a:r>
          </a:p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عــنـــوان الفــقــــــرة الفرعــيـة</a:t>
            </a: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CBC6056F-551F-D2E6-1E90-BC203293E971}"/>
              </a:ext>
            </a:extLst>
          </p:cNvPr>
          <p:cNvSpPr/>
          <p:nvPr/>
        </p:nvSpPr>
        <p:spPr>
          <a:xfrm rot="3600000" flipH="1">
            <a:off x="4779612" y="1475150"/>
            <a:ext cx="221686" cy="191109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7A10D4-31FF-28B3-0193-04320A3CD48C}"/>
              </a:ext>
            </a:extLst>
          </p:cNvPr>
          <p:cNvCxnSpPr>
            <a:cxnSpLocks/>
          </p:cNvCxnSpPr>
          <p:nvPr/>
        </p:nvCxnSpPr>
        <p:spPr>
          <a:xfrm flipH="1" flipV="1">
            <a:off x="4955059" y="1682046"/>
            <a:ext cx="225868" cy="349163"/>
          </a:xfrm>
          <a:prstGeom prst="line">
            <a:avLst/>
          </a:prstGeom>
          <a:ln>
            <a:solidFill>
              <a:srgbClr val="00A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bject 3">
            <a:extLst>
              <a:ext uri="{FF2B5EF4-FFF2-40B4-BE49-F238E27FC236}">
                <a16:creationId xmlns:a16="http://schemas.microsoft.com/office/drawing/2014/main" id="{92444FF7-7218-205C-3B1D-609F2BBB5720}"/>
              </a:ext>
            </a:extLst>
          </p:cNvPr>
          <p:cNvSpPr txBox="1">
            <a:spLocks/>
          </p:cNvSpPr>
          <p:nvPr/>
        </p:nvSpPr>
        <p:spPr>
          <a:xfrm>
            <a:off x="2745269" y="1412996"/>
            <a:ext cx="1579382" cy="269050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18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عــنــوان الفـقـــــرة</a:t>
            </a: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F2792064-69E2-D9B5-7F87-1ECF52F07834}"/>
              </a:ext>
            </a:extLst>
          </p:cNvPr>
          <p:cNvSpPr txBox="1">
            <a:spLocks/>
          </p:cNvSpPr>
          <p:nvPr/>
        </p:nvSpPr>
        <p:spPr>
          <a:xfrm>
            <a:off x="2745269" y="1780062"/>
            <a:ext cx="1579382" cy="533481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عـــنـــوان الفــقــــــــرة الفرعيـة عــنـــوان الفــقــــــــرة الفرعـيـة</a:t>
            </a:r>
          </a:p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عــنـــوان الفــقــــــرة الفرعــيـة</a:t>
            </a: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0007EC0E-2DB4-AB29-7158-E828208325D0}"/>
              </a:ext>
            </a:extLst>
          </p:cNvPr>
          <p:cNvSpPr/>
          <p:nvPr/>
        </p:nvSpPr>
        <p:spPr>
          <a:xfrm rot="3600000" flipV="1">
            <a:off x="7190701" y="5178134"/>
            <a:ext cx="221686" cy="191109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E4117C-2306-45B7-8952-66B7D6518F37}"/>
              </a:ext>
            </a:extLst>
          </p:cNvPr>
          <p:cNvCxnSpPr>
            <a:cxnSpLocks/>
          </p:cNvCxnSpPr>
          <p:nvPr/>
        </p:nvCxnSpPr>
        <p:spPr>
          <a:xfrm>
            <a:off x="7011072" y="4826534"/>
            <a:ext cx="225868" cy="349163"/>
          </a:xfrm>
          <a:prstGeom prst="line">
            <a:avLst/>
          </a:prstGeom>
          <a:ln>
            <a:solidFill>
              <a:srgbClr val="00A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Hexagon 24">
            <a:extLst>
              <a:ext uri="{FF2B5EF4-FFF2-40B4-BE49-F238E27FC236}">
                <a16:creationId xmlns:a16="http://schemas.microsoft.com/office/drawing/2014/main" id="{97019800-1BA0-733A-7B6D-91E9534CAB1F}"/>
              </a:ext>
            </a:extLst>
          </p:cNvPr>
          <p:cNvSpPr/>
          <p:nvPr/>
        </p:nvSpPr>
        <p:spPr>
          <a:xfrm rot="14400000" flipH="1" flipV="1">
            <a:off x="4779612" y="5178134"/>
            <a:ext cx="221686" cy="191109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ECBCA2D-25A2-60F3-F4AC-F215CDFA48D5}"/>
              </a:ext>
            </a:extLst>
          </p:cNvPr>
          <p:cNvCxnSpPr>
            <a:cxnSpLocks/>
          </p:cNvCxnSpPr>
          <p:nvPr/>
        </p:nvCxnSpPr>
        <p:spPr>
          <a:xfrm flipH="1">
            <a:off x="4955059" y="4826534"/>
            <a:ext cx="225868" cy="349163"/>
          </a:xfrm>
          <a:prstGeom prst="line">
            <a:avLst/>
          </a:prstGeom>
          <a:ln>
            <a:solidFill>
              <a:srgbClr val="00A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bject 3">
            <a:extLst>
              <a:ext uri="{FF2B5EF4-FFF2-40B4-BE49-F238E27FC236}">
                <a16:creationId xmlns:a16="http://schemas.microsoft.com/office/drawing/2014/main" id="{A083B687-39B5-2036-6DA3-D5488783AB1C}"/>
              </a:ext>
            </a:extLst>
          </p:cNvPr>
          <p:cNvSpPr txBox="1">
            <a:spLocks/>
          </p:cNvSpPr>
          <p:nvPr/>
        </p:nvSpPr>
        <p:spPr>
          <a:xfrm>
            <a:off x="7640000" y="4995393"/>
            <a:ext cx="1579382" cy="269050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18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عــنــوان الفـقـــــرة</a:t>
            </a:r>
          </a:p>
        </p:txBody>
      </p:sp>
      <p:sp>
        <p:nvSpPr>
          <p:cNvPr id="28" name="object 3">
            <a:extLst>
              <a:ext uri="{FF2B5EF4-FFF2-40B4-BE49-F238E27FC236}">
                <a16:creationId xmlns:a16="http://schemas.microsoft.com/office/drawing/2014/main" id="{D4A6A713-F417-419C-B099-1A5E82D97705}"/>
              </a:ext>
            </a:extLst>
          </p:cNvPr>
          <p:cNvSpPr txBox="1">
            <a:spLocks/>
          </p:cNvSpPr>
          <p:nvPr/>
        </p:nvSpPr>
        <p:spPr>
          <a:xfrm>
            <a:off x="7640000" y="5362459"/>
            <a:ext cx="1579382" cy="533481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عـــنـــوان الفــقــــــــرة الفرعيـة عــنـــوان الفــقــــــــرة الفرعـيـة</a:t>
            </a:r>
          </a:p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عــنـــوان الفــقــــــرة الفرعــيـة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27CD2A-F2C6-D348-6051-6BEC9F905E89}"/>
              </a:ext>
            </a:extLst>
          </p:cNvPr>
          <p:cNvCxnSpPr>
            <a:cxnSpLocks/>
          </p:cNvCxnSpPr>
          <p:nvPr/>
        </p:nvCxnSpPr>
        <p:spPr>
          <a:xfrm>
            <a:off x="7729202" y="3424240"/>
            <a:ext cx="801307" cy="0"/>
          </a:xfrm>
          <a:prstGeom prst="line">
            <a:avLst/>
          </a:prstGeom>
          <a:ln>
            <a:solidFill>
              <a:srgbClr val="00A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exagon 31">
            <a:extLst>
              <a:ext uri="{FF2B5EF4-FFF2-40B4-BE49-F238E27FC236}">
                <a16:creationId xmlns:a16="http://schemas.microsoft.com/office/drawing/2014/main" id="{7C6BA30B-215B-E46C-C281-ED613F502C2A}"/>
              </a:ext>
            </a:extLst>
          </p:cNvPr>
          <p:cNvSpPr/>
          <p:nvPr/>
        </p:nvSpPr>
        <p:spPr>
          <a:xfrm>
            <a:off x="8489334" y="3320575"/>
            <a:ext cx="221686" cy="191109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B3A3DDE2-D4DB-FD3B-17E0-70FE9D431781}"/>
              </a:ext>
            </a:extLst>
          </p:cNvPr>
          <p:cNvSpPr txBox="1">
            <a:spLocks/>
          </p:cNvSpPr>
          <p:nvPr/>
        </p:nvSpPr>
        <p:spPr>
          <a:xfrm>
            <a:off x="9031769" y="3235446"/>
            <a:ext cx="1579382" cy="269050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18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عــنــوان الفـقـــــرة</a:t>
            </a:r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9F91FBCC-59A3-77B7-2BE6-F2ECF643FD59}"/>
              </a:ext>
            </a:extLst>
          </p:cNvPr>
          <p:cNvSpPr txBox="1">
            <a:spLocks/>
          </p:cNvSpPr>
          <p:nvPr/>
        </p:nvSpPr>
        <p:spPr>
          <a:xfrm>
            <a:off x="9031769" y="3602512"/>
            <a:ext cx="1579382" cy="533481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عـــنـــوان الفــقــــــــرة الفرعيـة عــنـــوان الفــقــــــــرة الفرعـيـة</a:t>
            </a:r>
          </a:p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عــنـــوان الفــقــــــرة الفرعــيـة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758AD99-7AD5-3B9B-1753-891B841B7E5A}"/>
              </a:ext>
            </a:extLst>
          </p:cNvPr>
          <p:cNvCxnSpPr>
            <a:cxnSpLocks/>
          </p:cNvCxnSpPr>
          <p:nvPr/>
        </p:nvCxnSpPr>
        <p:spPr>
          <a:xfrm>
            <a:off x="3669425" y="3424240"/>
            <a:ext cx="801307" cy="0"/>
          </a:xfrm>
          <a:prstGeom prst="line">
            <a:avLst/>
          </a:prstGeom>
          <a:ln>
            <a:solidFill>
              <a:srgbClr val="00A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Hexagon 35">
            <a:extLst>
              <a:ext uri="{FF2B5EF4-FFF2-40B4-BE49-F238E27FC236}">
                <a16:creationId xmlns:a16="http://schemas.microsoft.com/office/drawing/2014/main" id="{2F2BA5E4-4B9B-981F-B6B8-94EC84AD5093}"/>
              </a:ext>
            </a:extLst>
          </p:cNvPr>
          <p:cNvSpPr/>
          <p:nvPr/>
        </p:nvSpPr>
        <p:spPr>
          <a:xfrm>
            <a:off x="3478978" y="3320575"/>
            <a:ext cx="221686" cy="191109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2A27E58A-B832-810C-BEA9-ADF316E3608D}"/>
              </a:ext>
            </a:extLst>
          </p:cNvPr>
          <p:cNvSpPr txBox="1">
            <a:spLocks/>
          </p:cNvSpPr>
          <p:nvPr/>
        </p:nvSpPr>
        <p:spPr>
          <a:xfrm>
            <a:off x="1543251" y="3235446"/>
            <a:ext cx="1579382" cy="269050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18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عــنــوان الفـقـــــرة</a:t>
            </a:r>
          </a:p>
        </p:txBody>
      </p:sp>
      <p:sp>
        <p:nvSpPr>
          <p:cNvPr id="38" name="object 3">
            <a:extLst>
              <a:ext uri="{FF2B5EF4-FFF2-40B4-BE49-F238E27FC236}">
                <a16:creationId xmlns:a16="http://schemas.microsoft.com/office/drawing/2014/main" id="{4CDF3CB0-D20E-8CFD-09C9-725EA531998F}"/>
              </a:ext>
            </a:extLst>
          </p:cNvPr>
          <p:cNvSpPr txBox="1">
            <a:spLocks/>
          </p:cNvSpPr>
          <p:nvPr/>
        </p:nvSpPr>
        <p:spPr>
          <a:xfrm>
            <a:off x="1543251" y="3602512"/>
            <a:ext cx="1579382" cy="533481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عـــنـــوان الفــقــــــــرة الفرعيـة عــنـــوان الفــقــــــــرة الفرعـيـة</a:t>
            </a:r>
          </a:p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عــنـــوان الفــقــــــرة الفرعــيـة</a:t>
            </a: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76F48527-8173-236E-185D-478141436DC8}"/>
              </a:ext>
            </a:extLst>
          </p:cNvPr>
          <p:cNvSpPr txBox="1">
            <a:spLocks/>
          </p:cNvSpPr>
          <p:nvPr/>
        </p:nvSpPr>
        <p:spPr>
          <a:xfrm>
            <a:off x="2763200" y="4995393"/>
            <a:ext cx="1579382" cy="269050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18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عــنــوان الفـقـــــرة</a:t>
            </a:r>
          </a:p>
        </p:txBody>
      </p:sp>
      <p:sp>
        <p:nvSpPr>
          <p:cNvPr id="40" name="object 3">
            <a:extLst>
              <a:ext uri="{FF2B5EF4-FFF2-40B4-BE49-F238E27FC236}">
                <a16:creationId xmlns:a16="http://schemas.microsoft.com/office/drawing/2014/main" id="{5642F8CB-82B5-37B6-A82C-E7B9F3473762}"/>
              </a:ext>
            </a:extLst>
          </p:cNvPr>
          <p:cNvSpPr txBox="1">
            <a:spLocks/>
          </p:cNvSpPr>
          <p:nvPr/>
        </p:nvSpPr>
        <p:spPr>
          <a:xfrm>
            <a:off x="2763200" y="5362459"/>
            <a:ext cx="1579382" cy="533481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عـــنـــوان الفــقــــــــرة الفرعيـة عــنـــوان الفــقــــــــرة الفرعـيـة</a:t>
            </a:r>
          </a:p>
          <a:p>
            <a:pPr marL="12701" algn="r" rtl="1">
              <a:lnSpc>
                <a:spcPct val="100000"/>
              </a:lnSpc>
              <a:spcBef>
                <a:spcPts val="100"/>
              </a:spcBef>
            </a:pPr>
            <a:r>
              <a:rPr lang="ar-SA" sz="1100" dirty="0">
                <a:solidFill>
                  <a:srgbClr val="B59A6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عــنـــوان الفــقــــــرة الفرعــيـة</a:t>
            </a:r>
          </a:p>
        </p:txBody>
      </p:sp>
    </p:spTree>
    <p:extLst>
      <p:ext uri="{BB962C8B-B14F-4D97-AF65-F5344CB8AC3E}">
        <p14:creationId xmlns:p14="http://schemas.microsoft.com/office/powerpoint/2010/main" val="127031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6221F0-5D44-1315-DAB4-7E0F7647BBE1}"/>
              </a:ext>
            </a:extLst>
          </p:cNvPr>
          <p:cNvSpPr/>
          <p:nvPr/>
        </p:nvSpPr>
        <p:spPr>
          <a:xfrm>
            <a:off x="0" y="-1"/>
            <a:ext cx="12191999" cy="6853381"/>
          </a:xfrm>
          <a:prstGeom prst="rect">
            <a:avLst/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EAAFF-4C8F-C80D-D074-6367D3D6E6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rcRect t="32938" r="7196" b="23196"/>
          <a:stretch/>
        </p:blipFill>
        <p:spPr>
          <a:xfrm>
            <a:off x="-370114" y="-195942"/>
            <a:ext cx="12975772" cy="7336972"/>
          </a:xfrm>
          <a:prstGeom prst="rect">
            <a:avLst/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4D3DAF-DC63-D46F-9962-13C4CD89D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9" y="7410535"/>
            <a:ext cx="4292600" cy="3568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054218-93B4-DF36-82E1-13AA4048C1AC}"/>
              </a:ext>
            </a:extLst>
          </p:cNvPr>
          <p:cNvSpPr/>
          <p:nvPr/>
        </p:nvSpPr>
        <p:spPr>
          <a:xfrm>
            <a:off x="3151584" y="2745858"/>
            <a:ext cx="5655365" cy="1361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B89E72-AB65-A82A-B7F2-22F32DE8C91D}"/>
              </a:ext>
            </a:extLst>
          </p:cNvPr>
          <p:cNvSpPr/>
          <p:nvPr/>
        </p:nvSpPr>
        <p:spPr>
          <a:xfrm>
            <a:off x="8153637" y="2126974"/>
            <a:ext cx="653312" cy="618884"/>
          </a:xfrm>
          <a:prstGeom prst="rect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252F36-26AB-F9C7-3C14-69E170427C12}"/>
              </a:ext>
            </a:extLst>
          </p:cNvPr>
          <p:cNvSpPr/>
          <p:nvPr/>
        </p:nvSpPr>
        <p:spPr>
          <a:xfrm>
            <a:off x="8153637" y="2742217"/>
            <a:ext cx="653312" cy="1369925"/>
          </a:xfrm>
          <a:prstGeom prst="rect">
            <a:avLst/>
          </a:prstGeom>
          <a:gradFill>
            <a:gsLst>
              <a:gs pos="16000">
                <a:srgbClr val="3C454E"/>
              </a:gs>
              <a:gs pos="100000">
                <a:srgbClr val="00A295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7136D-6F95-F0E0-07AA-7CAB083F25C8}"/>
              </a:ext>
            </a:extLst>
          </p:cNvPr>
          <p:cNvSpPr txBox="1"/>
          <p:nvPr/>
        </p:nvSpPr>
        <p:spPr>
          <a:xfrm>
            <a:off x="3488450" y="3072745"/>
            <a:ext cx="4432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40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عـــــــــــنــوان </a:t>
            </a:r>
            <a:r>
              <a:rPr lang="ar-SA" sz="4000" dirty="0" err="1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التـبــويـــبـــــــــــة</a:t>
            </a:r>
            <a:endParaRPr lang="en-SA" sz="4000" dirty="0">
              <a:solidFill>
                <a:srgbClr val="00746B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F3787-3D42-17DA-20B4-904E15148FF7}"/>
              </a:ext>
            </a:extLst>
          </p:cNvPr>
          <p:cNvSpPr txBox="1"/>
          <p:nvPr/>
        </p:nvSpPr>
        <p:spPr>
          <a:xfrm>
            <a:off x="8003069" y="2159262"/>
            <a:ext cx="80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dirty="0">
                <a:solidFill>
                  <a:schemeClr val="bg1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02</a:t>
            </a:r>
            <a:endParaRPr lang="en-SA" sz="3200" dirty="0">
              <a:solidFill>
                <a:schemeClr val="bg1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21615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1ADF310-A110-146F-C2C4-076D7E600F04}"/>
              </a:ext>
            </a:extLst>
          </p:cNvPr>
          <p:cNvSpPr/>
          <p:nvPr/>
        </p:nvSpPr>
        <p:spPr>
          <a:xfrm>
            <a:off x="5302517" y="2478878"/>
            <a:ext cx="2023724" cy="2975292"/>
          </a:xfrm>
          <a:prstGeom prst="roundRect">
            <a:avLst/>
          </a:prstGeom>
          <a:gradFill flip="none" rotWithShape="1">
            <a:gsLst>
              <a:gs pos="88000">
                <a:srgbClr val="FFDB26">
                  <a:alpha val="0"/>
                </a:srgbClr>
              </a:gs>
              <a:gs pos="19000">
                <a:srgbClr val="00A295">
                  <a:alpha val="58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6C197078-684A-1EC0-3220-DC7054198DC8}"/>
              </a:ext>
            </a:extLst>
          </p:cNvPr>
          <p:cNvSpPr/>
          <p:nvPr/>
        </p:nvSpPr>
        <p:spPr>
          <a:xfrm>
            <a:off x="3162821" y="2478878"/>
            <a:ext cx="2023724" cy="2975292"/>
          </a:xfrm>
          <a:prstGeom prst="roundRect">
            <a:avLst/>
          </a:prstGeom>
          <a:gradFill flip="none" rotWithShape="1">
            <a:gsLst>
              <a:gs pos="88000">
                <a:srgbClr val="FFDB26">
                  <a:alpha val="0"/>
                </a:srgbClr>
              </a:gs>
              <a:gs pos="19000">
                <a:srgbClr val="00A295">
                  <a:alpha val="58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90193E70-9E6D-5414-A4F1-FA13A94EC084}"/>
              </a:ext>
            </a:extLst>
          </p:cNvPr>
          <p:cNvSpPr/>
          <p:nvPr/>
        </p:nvSpPr>
        <p:spPr>
          <a:xfrm>
            <a:off x="1017029" y="2478878"/>
            <a:ext cx="2023724" cy="2975292"/>
          </a:xfrm>
          <a:prstGeom prst="roundRect">
            <a:avLst/>
          </a:prstGeom>
          <a:gradFill flip="none" rotWithShape="1">
            <a:gsLst>
              <a:gs pos="88000">
                <a:srgbClr val="FFDB26">
                  <a:alpha val="0"/>
                </a:srgbClr>
              </a:gs>
              <a:gs pos="19000">
                <a:srgbClr val="00A295">
                  <a:alpha val="58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3726DE-C8F1-8478-8325-F7740B9D58FD}"/>
              </a:ext>
            </a:extLst>
          </p:cNvPr>
          <p:cNvSpPr/>
          <p:nvPr/>
        </p:nvSpPr>
        <p:spPr>
          <a:xfrm>
            <a:off x="8478546" y="0"/>
            <a:ext cx="3920491" cy="6858001"/>
          </a:xfrm>
          <a:prstGeom prst="roundRect">
            <a:avLst>
              <a:gd name="adj" fmla="val 0"/>
            </a:avLst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8BA75674-7BE7-36FC-B742-AE2BE43BA698}"/>
              </a:ext>
            </a:extLst>
          </p:cNvPr>
          <p:cNvSpPr/>
          <p:nvPr/>
        </p:nvSpPr>
        <p:spPr>
          <a:xfrm rot="5400000">
            <a:off x="6141409" y="2157264"/>
            <a:ext cx="8079625" cy="3405353"/>
          </a:xfrm>
          <a:prstGeom prst="hexagon">
            <a:avLst/>
          </a:prstGeom>
          <a:gradFill flip="none" rotWithShape="1">
            <a:gsLst>
              <a:gs pos="58000">
                <a:schemeClr val="bg1">
                  <a:alpha val="0"/>
                </a:schemeClr>
              </a:gs>
              <a:gs pos="100000">
                <a:srgbClr val="00A295">
                  <a:lumMod val="85000"/>
                  <a:lumOff val="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85C42DBC-1DFC-C862-CF13-9952E57FAC0F}"/>
              </a:ext>
            </a:extLst>
          </p:cNvPr>
          <p:cNvSpPr/>
          <p:nvPr/>
        </p:nvSpPr>
        <p:spPr>
          <a:xfrm rot="16200000">
            <a:off x="7510513" y="1547103"/>
            <a:ext cx="4616690" cy="3197443"/>
          </a:xfrm>
          <a:prstGeom prst="hexagon">
            <a:avLst/>
          </a:prstGeom>
          <a:blipFill dpi="0" rotWithShape="0">
            <a:blip r:embed="rId2"/>
            <a:srcRect/>
            <a:stretch>
              <a:fillRect l="-27000" r="-20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F4FCCA6-4A56-B16A-190A-4C2D3CC42DE1}"/>
              </a:ext>
            </a:extLst>
          </p:cNvPr>
          <p:cNvSpPr/>
          <p:nvPr/>
        </p:nvSpPr>
        <p:spPr>
          <a:xfrm flipH="1">
            <a:off x="8496347" y="754144"/>
            <a:ext cx="3197443" cy="6103856"/>
          </a:xfrm>
          <a:prstGeom prst="roundRect">
            <a:avLst>
              <a:gd name="adj" fmla="val 0"/>
            </a:avLst>
          </a:prstGeom>
          <a:gradFill flip="none" rotWithShape="1">
            <a:gsLst>
              <a:gs pos="67000">
                <a:srgbClr val="00A295">
                  <a:alpha val="0"/>
                </a:srgbClr>
              </a:gs>
              <a:gs pos="33000">
                <a:srgbClr val="00746B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7799B8-E2A4-1803-629C-F755BE3D9E54}"/>
              </a:ext>
            </a:extLst>
          </p:cNvPr>
          <p:cNvCxnSpPr>
            <a:cxnSpLocks/>
          </p:cNvCxnSpPr>
          <p:nvPr/>
        </p:nvCxnSpPr>
        <p:spPr>
          <a:xfrm>
            <a:off x="5302517" y="3529036"/>
            <a:ext cx="2023724" cy="0"/>
          </a:xfrm>
          <a:prstGeom prst="line">
            <a:avLst/>
          </a:prstGeom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bject 3">
            <a:extLst>
              <a:ext uri="{FF2B5EF4-FFF2-40B4-BE49-F238E27FC236}">
                <a16:creationId xmlns:a16="http://schemas.microsoft.com/office/drawing/2014/main" id="{68D21A5C-21BB-08D6-608D-F1260B42ABA8}"/>
              </a:ext>
            </a:extLst>
          </p:cNvPr>
          <p:cNvSpPr txBox="1">
            <a:spLocks/>
          </p:cNvSpPr>
          <p:nvPr/>
        </p:nvSpPr>
        <p:spPr>
          <a:xfrm>
            <a:off x="8220136" y="4223071"/>
            <a:ext cx="3197444" cy="1149035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4000" dirty="0">
                <a:solidFill>
                  <a:schemeClr val="bg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عـــنـوان</a:t>
            </a:r>
          </a:p>
          <a:p>
            <a:pPr marL="12701" algn="r" rtl="1">
              <a:spcBef>
                <a:spcPts val="100"/>
              </a:spcBef>
            </a:pPr>
            <a:r>
              <a:rPr lang="ar-SA" sz="4000" dirty="0">
                <a:solidFill>
                  <a:schemeClr val="bg1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الصـفـحـــــة</a:t>
            </a: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E683FBA0-DE8C-A0CF-98C8-7378D76B6ADD}"/>
              </a:ext>
            </a:extLst>
          </p:cNvPr>
          <p:cNvSpPr/>
          <p:nvPr/>
        </p:nvSpPr>
        <p:spPr>
          <a:xfrm rot="16200000">
            <a:off x="10485884" y="2096056"/>
            <a:ext cx="1479652" cy="383747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822672C-C884-382B-DCDA-F1C4F7BBE3F7}"/>
              </a:ext>
            </a:extLst>
          </p:cNvPr>
          <p:cNvSpPr txBox="1">
            <a:spLocks/>
          </p:cNvSpPr>
          <p:nvPr/>
        </p:nvSpPr>
        <p:spPr>
          <a:xfrm>
            <a:off x="8220136" y="5439223"/>
            <a:ext cx="3197444" cy="297519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2000" dirty="0">
                <a:solidFill>
                  <a:srgbClr val="C0D684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وصف مختصر للصفحة</a:t>
            </a:r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CB51F242-6FEA-8DDB-1B48-052D18D18635}"/>
              </a:ext>
            </a:extLst>
          </p:cNvPr>
          <p:cNvSpPr txBox="1">
            <a:spLocks/>
          </p:cNvSpPr>
          <p:nvPr/>
        </p:nvSpPr>
        <p:spPr>
          <a:xfrm>
            <a:off x="5501752" y="2961388"/>
            <a:ext cx="1598722" cy="297519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ctr" rtl="1">
              <a:spcBef>
                <a:spcPts val="100"/>
              </a:spcBef>
            </a:pPr>
            <a:r>
              <a:rPr lang="ar-SA" sz="20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عــنوان الفـقــــــرة</a:t>
            </a:r>
          </a:p>
        </p:txBody>
      </p:sp>
      <p:sp>
        <p:nvSpPr>
          <p:cNvPr id="59" name="object 3">
            <a:extLst>
              <a:ext uri="{FF2B5EF4-FFF2-40B4-BE49-F238E27FC236}">
                <a16:creationId xmlns:a16="http://schemas.microsoft.com/office/drawing/2014/main" id="{D5E7AA89-A0D7-9216-EA91-CD7D82E7BAE8}"/>
              </a:ext>
            </a:extLst>
          </p:cNvPr>
          <p:cNvSpPr txBox="1">
            <a:spLocks/>
          </p:cNvSpPr>
          <p:nvPr/>
        </p:nvSpPr>
        <p:spPr>
          <a:xfrm>
            <a:off x="5501752" y="3658800"/>
            <a:ext cx="1598722" cy="968216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ctr" rtl="1">
              <a:lnSpc>
                <a:spcPct val="150000"/>
              </a:lnSpc>
              <a:spcBef>
                <a:spcPts val="100"/>
              </a:spcBef>
            </a:pPr>
            <a:r>
              <a:rPr lang="ar-SA" sz="1400" dirty="0">
                <a:solidFill>
                  <a:srgbClr val="00A29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نــــــــــص تــــفــصـــيــلــــــــــــي</a:t>
            </a:r>
          </a:p>
          <a:p>
            <a:pPr marL="12701" algn="ctr" rtl="1">
              <a:lnSpc>
                <a:spcPct val="150000"/>
              </a:lnSpc>
              <a:spcBef>
                <a:spcPts val="100"/>
              </a:spcBef>
            </a:pPr>
            <a:r>
              <a:rPr lang="ar-SA" sz="1400" dirty="0">
                <a:solidFill>
                  <a:srgbClr val="00A29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يشرح الفقرة مع إضافة ايــقـــونـــــــــــة مـــنــاســـــــبـــة</a:t>
            </a:r>
          </a:p>
        </p:txBody>
      </p:sp>
      <p:sp>
        <p:nvSpPr>
          <p:cNvPr id="61" name="object 3">
            <a:extLst>
              <a:ext uri="{FF2B5EF4-FFF2-40B4-BE49-F238E27FC236}">
                <a16:creationId xmlns:a16="http://schemas.microsoft.com/office/drawing/2014/main" id="{A10BE5C3-ADE3-BF27-57C9-15D747ED7677}"/>
              </a:ext>
            </a:extLst>
          </p:cNvPr>
          <p:cNvSpPr txBox="1">
            <a:spLocks/>
          </p:cNvSpPr>
          <p:nvPr/>
        </p:nvSpPr>
        <p:spPr>
          <a:xfrm>
            <a:off x="3349684" y="2961388"/>
            <a:ext cx="1598722" cy="297519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ctr" rtl="1">
              <a:spcBef>
                <a:spcPts val="100"/>
              </a:spcBef>
            </a:pPr>
            <a:r>
              <a:rPr lang="ar-SA" sz="20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عــنوان الفـقــــــرة</a:t>
            </a:r>
          </a:p>
        </p:txBody>
      </p:sp>
      <p:sp>
        <p:nvSpPr>
          <p:cNvPr id="62" name="object 3">
            <a:extLst>
              <a:ext uri="{FF2B5EF4-FFF2-40B4-BE49-F238E27FC236}">
                <a16:creationId xmlns:a16="http://schemas.microsoft.com/office/drawing/2014/main" id="{CFEE7425-F1FB-67CD-36C9-198535E6EC20}"/>
              </a:ext>
            </a:extLst>
          </p:cNvPr>
          <p:cNvSpPr txBox="1">
            <a:spLocks/>
          </p:cNvSpPr>
          <p:nvPr/>
        </p:nvSpPr>
        <p:spPr>
          <a:xfrm>
            <a:off x="3349684" y="3658800"/>
            <a:ext cx="1598722" cy="968216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ctr" rtl="1">
              <a:lnSpc>
                <a:spcPct val="150000"/>
              </a:lnSpc>
              <a:spcBef>
                <a:spcPts val="100"/>
              </a:spcBef>
            </a:pPr>
            <a:r>
              <a:rPr lang="ar-SA" sz="1400" dirty="0">
                <a:solidFill>
                  <a:srgbClr val="00A29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نــــــــــص تــــفــصـــيــلــــــــــــي</a:t>
            </a:r>
          </a:p>
          <a:p>
            <a:pPr marL="12701" algn="ctr" rtl="1">
              <a:lnSpc>
                <a:spcPct val="150000"/>
              </a:lnSpc>
              <a:spcBef>
                <a:spcPts val="100"/>
              </a:spcBef>
            </a:pPr>
            <a:r>
              <a:rPr lang="ar-SA" sz="1400" dirty="0">
                <a:solidFill>
                  <a:srgbClr val="00A29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يشرح الفقرة مع إضافة ايــقـــونـــــــــــة مـــنــاســـــــبـــة</a:t>
            </a:r>
          </a:p>
        </p:txBody>
      </p:sp>
      <p:sp>
        <p:nvSpPr>
          <p:cNvPr id="64" name="object 3">
            <a:extLst>
              <a:ext uri="{FF2B5EF4-FFF2-40B4-BE49-F238E27FC236}">
                <a16:creationId xmlns:a16="http://schemas.microsoft.com/office/drawing/2014/main" id="{9B8A1255-15BA-C881-E2B7-94C752D132CB}"/>
              </a:ext>
            </a:extLst>
          </p:cNvPr>
          <p:cNvSpPr txBox="1">
            <a:spLocks/>
          </p:cNvSpPr>
          <p:nvPr/>
        </p:nvSpPr>
        <p:spPr>
          <a:xfrm>
            <a:off x="1240117" y="2961388"/>
            <a:ext cx="1598722" cy="297519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ctr" rtl="1">
              <a:spcBef>
                <a:spcPts val="100"/>
              </a:spcBef>
            </a:pPr>
            <a:r>
              <a:rPr lang="ar-SA" sz="2000" dirty="0">
                <a:solidFill>
                  <a:srgbClr val="3C454E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عــنوان الفـقــــــرة</a:t>
            </a:r>
          </a:p>
        </p:txBody>
      </p:sp>
      <p:sp>
        <p:nvSpPr>
          <p:cNvPr id="65" name="object 3">
            <a:extLst>
              <a:ext uri="{FF2B5EF4-FFF2-40B4-BE49-F238E27FC236}">
                <a16:creationId xmlns:a16="http://schemas.microsoft.com/office/drawing/2014/main" id="{2662ACE9-0499-4525-A81A-491A72A79263}"/>
              </a:ext>
            </a:extLst>
          </p:cNvPr>
          <p:cNvSpPr txBox="1">
            <a:spLocks/>
          </p:cNvSpPr>
          <p:nvPr/>
        </p:nvSpPr>
        <p:spPr>
          <a:xfrm>
            <a:off x="1240117" y="3658800"/>
            <a:ext cx="1598722" cy="968216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ctr" rtl="1">
              <a:lnSpc>
                <a:spcPct val="150000"/>
              </a:lnSpc>
              <a:spcBef>
                <a:spcPts val="100"/>
              </a:spcBef>
            </a:pPr>
            <a:r>
              <a:rPr lang="ar-SA" sz="1400" dirty="0">
                <a:solidFill>
                  <a:srgbClr val="00A29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نــــــــــص تــــفــصـــيــلــــــــــــي</a:t>
            </a:r>
          </a:p>
          <a:p>
            <a:pPr marL="12701" algn="ctr" rtl="1">
              <a:lnSpc>
                <a:spcPct val="150000"/>
              </a:lnSpc>
              <a:spcBef>
                <a:spcPts val="100"/>
              </a:spcBef>
            </a:pPr>
            <a:r>
              <a:rPr lang="ar-SA" sz="1400" dirty="0">
                <a:solidFill>
                  <a:srgbClr val="00A29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يشرح الفقرة مع إضافة ايــقـــونـــــــــــة مـــنــاســـــــبـــة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7EFB081-DCE0-D422-02FA-5ACC4F9C31C5}"/>
              </a:ext>
            </a:extLst>
          </p:cNvPr>
          <p:cNvSpPr/>
          <p:nvPr/>
        </p:nvSpPr>
        <p:spPr>
          <a:xfrm>
            <a:off x="-2156193" y="-1781572"/>
            <a:ext cx="2023724" cy="2975292"/>
          </a:xfrm>
          <a:prstGeom prst="roundRect">
            <a:avLst/>
          </a:prstGeom>
          <a:gradFill flip="none" rotWithShape="1">
            <a:gsLst>
              <a:gs pos="88000">
                <a:srgbClr val="FFDB26">
                  <a:alpha val="0"/>
                </a:srgbClr>
              </a:gs>
              <a:gs pos="19000">
                <a:srgbClr val="00A295">
                  <a:alpha val="43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0A711681-B788-E5B0-6547-B6BFE81999AC}"/>
              </a:ext>
            </a:extLst>
          </p:cNvPr>
          <p:cNvSpPr/>
          <p:nvPr/>
        </p:nvSpPr>
        <p:spPr>
          <a:xfrm>
            <a:off x="-2086815" y="-1687405"/>
            <a:ext cx="1878602" cy="2761933"/>
          </a:xfrm>
          <a:prstGeom prst="roundRect">
            <a:avLst/>
          </a:prstGeom>
          <a:gradFill flip="none" rotWithShape="1">
            <a:gsLst>
              <a:gs pos="99000">
                <a:srgbClr val="00A295"/>
              </a:gs>
              <a:gs pos="0">
                <a:srgbClr val="00746B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71" name="object 3">
            <a:extLst>
              <a:ext uri="{FF2B5EF4-FFF2-40B4-BE49-F238E27FC236}">
                <a16:creationId xmlns:a16="http://schemas.microsoft.com/office/drawing/2014/main" id="{29CAB136-C961-FBD4-EA50-867A7307DF94}"/>
              </a:ext>
            </a:extLst>
          </p:cNvPr>
          <p:cNvSpPr txBox="1">
            <a:spLocks/>
          </p:cNvSpPr>
          <p:nvPr/>
        </p:nvSpPr>
        <p:spPr>
          <a:xfrm>
            <a:off x="4896621" y="1193720"/>
            <a:ext cx="2429620" cy="468335"/>
          </a:xfrm>
          <a:prstGeom prst="rect">
            <a:avLst/>
          </a:prstGeom>
        </p:spPr>
        <p:txBody>
          <a:bodyPr vert="horz" wrap="square" lIns="0" tIns="12702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 algn="r" rtl="1">
              <a:spcBef>
                <a:spcPts val="100"/>
              </a:spcBef>
            </a:pPr>
            <a:r>
              <a:rPr lang="ar-SA" sz="3200" dirty="0">
                <a:solidFill>
                  <a:srgbClr val="00A295"/>
                </a:solidFill>
                <a:latin typeface="IBM Plex Sans Arabic Medium" panose="020B0503050203000203" pitchFamily="34" charset="-78"/>
                <a:ea typeface="Cocon® Next Arabic" panose="020A0503020102020204" pitchFamily="18" charset="-78"/>
                <a:cs typeface="IBM Plex Sans Arabic Medium" panose="020B0503050203000203" pitchFamily="34" charset="-78"/>
              </a:rPr>
              <a:t>الـعــنـــــــــــــــــوان</a:t>
            </a:r>
            <a:endParaRPr lang="ar-SA" sz="2000" dirty="0">
              <a:solidFill>
                <a:srgbClr val="00A295"/>
              </a:solidFill>
              <a:latin typeface="IBM Plex Sans Arabic Medium" panose="020B0503050203000203" pitchFamily="34" charset="-78"/>
              <a:ea typeface="Cocon® Next Arabic" panose="020A0503020102020204" pitchFamily="18" charset="-78"/>
              <a:cs typeface="IBM Plex Sans Arabic Medium" panose="020B0503050203000203" pitchFamily="34" charset="-78"/>
            </a:endParaRPr>
          </a:p>
        </p:txBody>
      </p:sp>
      <p:sp>
        <p:nvSpPr>
          <p:cNvPr id="72" name="Hexagon 71">
            <a:extLst>
              <a:ext uri="{FF2B5EF4-FFF2-40B4-BE49-F238E27FC236}">
                <a16:creationId xmlns:a16="http://schemas.microsoft.com/office/drawing/2014/main" id="{EE8570A8-2CCA-9A66-7926-6189D7EA5D3E}"/>
              </a:ext>
            </a:extLst>
          </p:cNvPr>
          <p:cNvSpPr/>
          <p:nvPr/>
        </p:nvSpPr>
        <p:spPr>
          <a:xfrm>
            <a:off x="5924032" y="2443143"/>
            <a:ext cx="784744" cy="69803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56F6D70-DE61-1DB3-3692-99CBCA28EB5A}"/>
              </a:ext>
            </a:extLst>
          </p:cNvPr>
          <p:cNvCxnSpPr>
            <a:cxnSpLocks/>
          </p:cNvCxnSpPr>
          <p:nvPr/>
        </p:nvCxnSpPr>
        <p:spPr>
          <a:xfrm>
            <a:off x="3168917" y="3529036"/>
            <a:ext cx="2023724" cy="0"/>
          </a:xfrm>
          <a:prstGeom prst="line">
            <a:avLst/>
          </a:prstGeom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815C0B-EF69-402B-6480-5C400327C8F9}"/>
              </a:ext>
            </a:extLst>
          </p:cNvPr>
          <p:cNvCxnSpPr>
            <a:cxnSpLocks/>
          </p:cNvCxnSpPr>
          <p:nvPr/>
        </p:nvCxnSpPr>
        <p:spPr>
          <a:xfrm>
            <a:off x="1026482" y="3529036"/>
            <a:ext cx="2023724" cy="0"/>
          </a:xfrm>
          <a:prstGeom prst="line">
            <a:avLst/>
          </a:prstGeom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Hexagon 76">
            <a:extLst>
              <a:ext uri="{FF2B5EF4-FFF2-40B4-BE49-F238E27FC236}">
                <a16:creationId xmlns:a16="http://schemas.microsoft.com/office/drawing/2014/main" id="{95F76554-4044-0D67-D7EB-8F19495A629D}"/>
              </a:ext>
            </a:extLst>
          </p:cNvPr>
          <p:cNvSpPr/>
          <p:nvPr/>
        </p:nvSpPr>
        <p:spPr>
          <a:xfrm>
            <a:off x="3757607" y="2443143"/>
            <a:ext cx="784744" cy="69803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78" name="Hexagon 77">
            <a:extLst>
              <a:ext uri="{FF2B5EF4-FFF2-40B4-BE49-F238E27FC236}">
                <a16:creationId xmlns:a16="http://schemas.microsoft.com/office/drawing/2014/main" id="{49C87B52-A3AA-E242-A173-5728E6235734}"/>
              </a:ext>
            </a:extLst>
          </p:cNvPr>
          <p:cNvSpPr/>
          <p:nvPr/>
        </p:nvSpPr>
        <p:spPr>
          <a:xfrm>
            <a:off x="1638075" y="2443143"/>
            <a:ext cx="784744" cy="69803"/>
          </a:xfrm>
          <a:prstGeom prst="hexagon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70858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6221F0-5D44-1315-DAB4-7E0F7647BBE1}"/>
              </a:ext>
            </a:extLst>
          </p:cNvPr>
          <p:cNvSpPr/>
          <p:nvPr/>
        </p:nvSpPr>
        <p:spPr>
          <a:xfrm>
            <a:off x="0" y="-1"/>
            <a:ext cx="12191999" cy="6853381"/>
          </a:xfrm>
          <a:prstGeom prst="rect">
            <a:avLst/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EAAFF-4C8F-C80D-D074-6367D3D6E6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rcRect t="32938" r="7196" b="23196"/>
          <a:stretch/>
        </p:blipFill>
        <p:spPr>
          <a:xfrm>
            <a:off x="-370114" y="-195942"/>
            <a:ext cx="12975772" cy="7336972"/>
          </a:xfrm>
          <a:prstGeom prst="rect">
            <a:avLst/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4D3DAF-DC63-D46F-9962-13C4CD89D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9" y="7410535"/>
            <a:ext cx="4292600" cy="3568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054218-93B4-DF36-82E1-13AA4048C1AC}"/>
              </a:ext>
            </a:extLst>
          </p:cNvPr>
          <p:cNvSpPr/>
          <p:nvPr/>
        </p:nvSpPr>
        <p:spPr>
          <a:xfrm>
            <a:off x="3151584" y="2745858"/>
            <a:ext cx="5655365" cy="1361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B89E72-AB65-A82A-B7F2-22F32DE8C91D}"/>
              </a:ext>
            </a:extLst>
          </p:cNvPr>
          <p:cNvSpPr/>
          <p:nvPr/>
        </p:nvSpPr>
        <p:spPr>
          <a:xfrm>
            <a:off x="8153637" y="2126974"/>
            <a:ext cx="653312" cy="618884"/>
          </a:xfrm>
          <a:prstGeom prst="rect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252F36-26AB-F9C7-3C14-69E170427C12}"/>
              </a:ext>
            </a:extLst>
          </p:cNvPr>
          <p:cNvSpPr/>
          <p:nvPr/>
        </p:nvSpPr>
        <p:spPr>
          <a:xfrm>
            <a:off x="8153637" y="2742217"/>
            <a:ext cx="653312" cy="1369925"/>
          </a:xfrm>
          <a:prstGeom prst="rect">
            <a:avLst/>
          </a:prstGeom>
          <a:gradFill>
            <a:gsLst>
              <a:gs pos="16000">
                <a:srgbClr val="3C454E"/>
              </a:gs>
              <a:gs pos="100000">
                <a:srgbClr val="00A295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7136D-6F95-F0E0-07AA-7CAB083F25C8}"/>
              </a:ext>
            </a:extLst>
          </p:cNvPr>
          <p:cNvSpPr txBox="1"/>
          <p:nvPr/>
        </p:nvSpPr>
        <p:spPr>
          <a:xfrm>
            <a:off x="3488450" y="3072745"/>
            <a:ext cx="4432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40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عـــــــــــنــوان </a:t>
            </a:r>
            <a:r>
              <a:rPr lang="ar-SA" sz="4000" dirty="0" err="1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التـبــويـــبـــــــــــة</a:t>
            </a:r>
            <a:endParaRPr lang="en-SA" sz="4000" dirty="0">
              <a:solidFill>
                <a:srgbClr val="00746B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F3787-3D42-17DA-20B4-904E15148FF7}"/>
              </a:ext>
            </a:extLst>
          </p:cNvPr>
          <p:cNvSpPr txBox="1"/>
          <p:nvPr/>
        </p:nvSpPr>
        <p:spPr>
          <a:xfrm>
            <a:off x="8003069" y="2159262"/>
            <a:ext cx="80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dirty="0">
                <a:solidFill>
                  <a:schemeClr val="bg1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03</a:t>
            </a:r>
            <a:endParaRPr lang="en-SA" sz="3200" dirty="0">
              <a:solidFill>
                <a:schemeClr val="bg1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0038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7A426503-ADD7-8ACE-B5A7-5FCC9E949798}"/>
              </a:ext>
            </a:extLst>
          </p:cNvPr>
          <p:cNvSpPr/>
          <p:nvPr/>
        </p:nvSpPr>
        <p:spPr>
          <a:xfrm flipH="1">
            <a:off x="8897400" y="889000"/>
            <a:ext cx="2304000" cy="1133475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1555C-BE96-706D-7DF5-043FD8FFF767}"/>
              </a:ext>
            </a:extLst>
          </p:cNvPr>
          <p:cNvSpPr txBox="1"/>
          <p:nvPr/>
        </p:nvSpPr>
        <p:spPr>
          <a:xfrm flipH="1">
            <a:off x="9661431" y="1036510"/>
            <a:ext cx="1328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ExtraBold" pitchFamily="2" charset="0"/>
              </a:defRPr>
            </a:lvl1pPr>
          </a:lstStyle>
          <a:p>
            <a:pPr algn="r" rtl="1"/>
            <a:r>
              <a:rPr lang="ar-EG" sz="1100" b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القيمة الإجمالية أ</a:t>
            </a:r>
            <a:endParaRPr lang="en-US" sz="1100" b="0" dirty="0"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34D3F-3774-7071-8DC4-EB8FD050FCE1}"/>
              </a:ext>
            </a:extLst>
          </p:cNvPr>
          <p:cNvSpPr txBox="1"/>
          <p:nvPr/>
        </p:nvSpPr>
        <p:spPr>
          <a:xfrm flipH="1">
            <a:off x="9908508" y="1350009"/>
            <a:ext cx="1081007" cy="490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20K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C3C9B5B-8C50-F435-60A7-648C5AE61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2556248"/>
              </p:ext>
            </p:extLst>
          </p:nvPr>
        </p:nvGraphicFramePr>
        <p:xfrm flipH="1">
          <a:off x="9039817" y="1077964"/>
          <a:ext cx="1047102" cy="755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B3925839-4C2E-725C-5E27-D106BF755525}"/>
              </a:ext>
            </a:extLst>
          </p:cNvPr>
          <p:cNvSpPr/>
          <p:nvPr/>
        </p:nvSpPr>
        <p:spPr>
          <a:xfrm flipH="1">
            <a:off x="6261800" y="889000"/>
            <a:ext cx="2304000" cy="1133475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2EE30-9A47-0B97-AB1B-A18E948D4160}"/>
              </a:ext>
            </a:extLst>
          </p:cNvPr>
          <p:cNvSpPr txBox="1"/>
          <p:nvPr/>
        </p:nvSpPr>
        <p:spPr>
          <a:xfrm flipH="1">
            <a:off x="7025831" y="1036510"/>
            <a:ext cx="1328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ExtraBold" pitchFamily="2" charset="0"/>
              </a:defRPr>
            </a:lvl1pPr>
          </a:lstStyle>
          <a:p>
            <a:pPr algn="r" rtl="1"/>
            <a:r>
              <a:rPr lang="ar-EG" sz="1100" b="0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القيمة الإجمالية ب</a:t>
            </a:r>
            <a:endParaRPr lang="en-US" sz="1100" b="0" dirty="0"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7D37E-597D-B731-539B-03615BDAAA38}"/>
              </a:ext>
            </a:extLst>
          </p:cNvPr>
          <p:cNvSpPr txBox="1"/>
          <p:nvPr/>
        </p:nvSpPr>
        <p:spPr>
          <a:xfrm flipH="1">
            <a:off x="7272908" y="1350009"/>
            <a:ext cx="1081007" cy="490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1M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B9146B6-DD42-0E4F-AEF9-294C7F332F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1089546"/>
              </p:ext>
            </p:extLst>
          </p:nvPr>
        </p:nvGraphicFramePr>
        <p:xfrm flipH="1">
          <a:off x="6404217" y="1077964"/>
          <a:ext cx="1047102" cy="755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: Rounded Corners 14">
            <a:extLst>
              <a:ext uri="{FF2B5EF4-FFF2-40B4-BE49-F238E27FC236}">
                <a16:creationId xmlns:a16="http://schemas.microsoft.com/office/drawing/2014/main" id="{7E6C2DBD-A3D1-6423-54B0-E236D32C47AC}"/>
              </a:ext>
            </a:extLst>
          </p:cNvPr>
          <p:cNvSpPr/>
          <p:nvPr/>
        </p:nvSpPr>
        <p:spPr>
          <a:xfrm flipH="1">
            <a:off x="3626200" y="889000"/>
            <a:ext cx="2304000" cy="1133475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2320A-14A6-9476-EE82-0CCA9B11B928}"/>
              </a:ext>
            </a:extLst>
          </p:cNvPr>
          <p:cNvSpPr txBox="1"/>
          <p:nvPr/>
        </p:nvSpPr>
        <p:spPr>
          <a:xfrm flipH="1">
            <a:off x="4390231" y="1036510"/>
            <a:ext cx="1328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ExtraBold" pitchFamily="2" charset="0"/>
              </a:defRPr>
            </a:lvl1pPr>
          </a:lstStyle>
          <a:p>
            <a:pPr algn="r" rtl="1"/>
            <a:r>
              <a:rPr lang="ar-EG" sz="1100" b="0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القيمة الإجمالية ج</a:t>
            </a:r>
            <a:endParaRPr lang="en-US" sz="1100" b="0" dirty="0"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569B86-5A11-1F4F-AC56-F642C82A6CE7}"/>
              </a:ext>
            </a:extLst>
          </p:cNvPr>
          <p:cNvSpPr txBox="1"/>
          <p:nvPr/>
        </p:nvSpPr>
        <p:spPr>
          <a:xfrm flipH="1">
            <a:off x="4637308" y="1350009"/>
            <a:ext cx="1081007" cy="490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55K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6D0DA2A-70DB-99F8-FB86-312D9B8855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647657"/>
              </p:ext>
            </p:extLst>
          </p:nvPr>
        </p:nvGraphicFramePr>
        <p:xfrm flipH="1">
          <a:off x="3768617" y="1077964"/>
          <a:ext cx="1047102" cy="755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Rectangle: Rounded Corners 20">
            <a:extLst>
              <a:ext uri="{FF2B5EF4-FFF2-40B4-BE49-F238E27FC236}">
                <a16:creationId xmlns:a16="http://schemas.microsoft.com/office/drawing/2014/main" id="{1B8DD985-06DE-AF85-DA2C-83A205E4CFA9}"/>
              </a:ext>
            </a:extLst>
          </p:cNvPr>
          <p:cNvSpPr/>
          <p:nvPr/>
        </p:nvSpPr>
        <p:spPr>
          <a:xfrm flipH="1">
            <a:off x="990600" y="889000"/>
            <a:ext cx="2304000" cy="1133475"/>
          </a:xfrm>
          <a:prstGeom prst="roundRect">
            <a:avLst>
              <a:gd name="adj" fmla="val 11685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582FA5-6DB3-DD56-BA09-4B706B13179D}"/>
              </a:ext>
            </a:extLst>
          </p:cNvPr>
          <p:cNvSpPr txBox="1"/>
          <p:nvPr/>
        </p:nvSpPr>
        <p:spPr>
          <a:xfrm flipH="1">
            <a:off x="1754631" y="1036510"/>
            <a:ext cx="1328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ExtraBold" pitchFamily="2" charset="0"/>
              </a:defRPr>
            </a:lvl1pPr>
          </a:lstStyle>
          <a:p>
            <a:pPr algn="r" rtl="1"/>
            <a:r>
              <a:rPr lang="ar-EG" sz="1100" b="0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القيمة الإجمالية د</a:t>
            </a:r>
            <a:endParaRPr lang="en-US" sz="1100" b="0" dirty="0"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F4B424-3811-F269-505B-11E6B62F9C75}"/>
              </a:ext>
            </a:extLst>
          </p:cNvPr>
          <p:cNvSpPr txBox="1"/>
          <p:nvPr/>
        </p:nvSpPr>
        <p:spPr>
          <a:xfrm flipH="1">
            <a:off x="2001708" y="1350009"/>
            <a:ext cx="1081007" cy="490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80K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41C3947-288D-2875-6965-46E7E41728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296679"/>
              </p:ext>
            </p:extLst>
          </p:nvPr>
        </p:nvGraphicFramePr>
        <p:xfrm flipH="1">
          <a:off x="1133017" y="1077964"/>
          <a:ext cx="1047102" cy="7555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Rectangle: Rounded Corners 25">
            <a:extLst>
              <a:ext uri="{FF2B5EF4-FFF2-40B4-BE49-F238E27FC236}">
                <a16:creationId xmlns:a16="http://schemas.microsoft.com/office/drawing/2014/main" id="{C320C407-BFA6-0FC4-1303-DF50A21B6DD9}"/>
              </a:ext>
            </a:extLst>
          </p:cNvPr>
          <p:cNvSpPr/>
          <p:nvPr/>
        </p:nvSpPr>
        <p:spPr>
          <a:xfrm>
            <a:off x="990600" y="2350134"/>
            <a:ext cx="3204000" cy="3600000"/>
          </a:xfrm>
          <a:prstGeom prst="roundRect">
            <a:avLst>
              <a:gd name="adj" fmla="val 3281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0AEA3D-5467-EA5C-F307-C51845EC0AEB}"/>
              </a:ext>
            </a:extLst>
          </p:cNvPr>
          <p:cNvSpPr txBox="1"/>
          <p:nvPr/>
        </p:nvSpPr>
        <p:spPr>
          <a:xfrm>
            <a:off x="1592175" y="2663769"/>
            <a:ext cx="200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ExtraBold" pitchFamily="2" charset="0"/>
              </a:defRPr>
            </a:lvl1pPr>
          </a:lstStyle>
          <a:p>
            <a:pPr algn="ctr" rtl="1"/>
            <a:r>
              <a:rPr lang="ar-EG" sz="1800" dirty="0"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عنوان البيانات</a:t>
            </a:r>
            <a:endParaRPr lang="en-US" sz="1800" dirty="0"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82B44D-39D3-00D8-16E8-E5F8EC31A899}"/>
              </a:ext>
            </a:extLst>
          </p:cNvPr>
          <p:cNvGrpSpPr/>
          <p:nvPr/>
        </p:nvGrpSpPr>
        <p:grpSpPr>
          <a:xfrm>
            <a:off x="1296600" y="3106189"/>
            <a:ext cx="2592000" cy="1692000"/>
            <a:chOff x="1256510" y="3134764"/>
            <a:chExt cx="2592000" cy="16920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067AD35-4223-CB7A-3956-BA836753337E}"/>
                </a:ext>
              </a:extLst>
            </p:cNvPr>
            <p:cNvGrpSpPr/>
            <p:nvPr/>
          </p:nvGrpSpPr>
          <p:grpSpPr>
            <a:xfrm>
              <a:off x="1256510" y="3134764"/>
              <a:ext cx="2592000" cy="1692000"/>
              <a:chOff x="5879851" y="3451168"/>
              <a:chExt cx="3074258" cy="2071378"/>
            </a:xfrm>
          </p:grpSpPr>
          <p:graphicFrame>
            <p:nvGraphicFramePr>
              <p:cNvPr id="26" name="Chart 25">
                <a:extLst>
                  <a:ext uri="{FF2B5EF4-FFF2-40B4-BE49-F238E27FC236}">
                    <a16:creationId xmlns:a16="http://schemas.microsoft.com/office/drawing/2014/main" id="{F9C206D1-746E-275B-80FF-89891506DAE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06386111"/>
                  </p:ext>
                </p:extLst>
              </p:nvPr>
            </p:nvGraphicFramePr>
            <p:xfrm>
              <a:off x="5879851" y="3473040"/>
              <a:ext cx="3074258" cy="204950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032D6749-85B6-1483-2F95-5BA74FC508E5}"/>
                  </a:ext>
                </a:extLst>
              </p:cNvPr>
              <p:cNvSpPr/>
              <p:nvPr/>
            </p:nvSpPr>
            <p:spPr>
              <a:xfrm>
                <a:off x="6423101" y="3451168"/>
                <a:ext cx="1987759" cy="2059509"/>
              </a:xfrm>
              <a:prstGeom prst="arc">
                <a:avLst>
                  <a:gd name="adj1" fmla="val 16241007"/>
                  <a:gd name="adj2" fmla="val 9584547"/>
                </a:avLst>
              </a:prstGeom>
              <a:ln w="12700" cap="rnd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1"/>
                <a:endParaRPr lang="en-ID" sz="2000"/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5BE7874-3A9C-51F4-C552-CFEC6E801819}"/>
                </a:ext>
              </a:extLst>
            </p:cNvPr>
            <p:cNvSpPr/>
            <p:nvPr/>
          </p:nvSpPr>
          <p:spPr>
            <a:xfrm>
              <a:off x="1429308" y="3831973"/>
              <a:ext cx="659044" cy="659044"/>
            </a:xfrm>
            <a:prstGeom prst="ellipse">
              <a:avLst/>
            </a:prstGeom>
            <a:solidFill>
              <a:srgbClr val="B59A65"/>
            </a:solidFill>
            <a:ln w="28575">
              <a:noFill/>
            </a:ln>
            <a:effectLst>
              <a:outerShdw blurRad="241300" dist="762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1F8E15-DFC6-5CEA-4EEF-D1B04487F94D}"/>
                </a:ext>
              </a:extLst>
            </p:cNvPr>
            <p:cNvSpPr txBox="1"/>
            <p:nvPr/>
          </p:nvSpPr>
          <p:spPr>
            <a:xfrm>
              <a:off x="2105297" y="3773386"/>
              <a:ext cx="9746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Sora ExtraBold" pitchFamily="2" charset="0"/>
                </a:defRPr>
              </a:lvl1pPr>
            </a:lstStyle>
            <a:p>
              <a:pPr algn="ctr" rtl="1"/>
              <a:r>
                <a:rPr lang="en-US" sz="2800" dirty="0">
                  <a:latin typeface="+mn-lt"/>
                  <a:cs typeface="+mn-cs"/>
                </a:rPr>
                <a:t>75%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358AAE0-1785-B545-87CF-2833A3F34199}"/>
              </a:ext>
            </a:extLst>
          </p:cNvPr>
          <p:cNvSpPr txBox="1"/>
          <p:nvPr/>
        </p:nvSpPr>
        <p:spPr>
          <a:xfrm>
            <a:off x="1176199" y="4917364"/>
            <a:ext cx="2832802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rtl="1"/>
            <a:r>
              <a:rPr lang="ar-EG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هذا النص هو مثال لنص يمكن أن يستبدل في نفس المساحة لقد تم توليد هذا النص.</a:t>
            </a:r>
          </a:p>
        </p:txBody>
      </p:sp>
      <p:sp>
        <p:nvSpPr>
          <p:cNvPr id="29" name="Rectangle: Rounded Corners 36">
            <a:extLst>
              <a:ext uri="{FF2B5EF4-FFF2-40B4-BE49-F238E27FC236}">
                <a16:creationId xmlns:a16="http://schemas.microsoft.com/office/drawing/2014/main" id="{1139278D-DE58-CA18-9EA4-FF09BD52EF1C}"/>
              </a:ext>
            </a:extLst>
          </p:cNvPr>
          <p:cNvSpPr/>
          <p:nvPr/>
        </p:nvSpPr>
        <p:spPr>
          <a:xfrm flipH="1">
            <a:off x="4505132" y="2350134"/>
            <a:ext cx="3456000" cy="3600000"/>
          </a:xfrm>
          <a:prstGeom prst="roundRect">
            <a:avLst>
              <a:gd name="adj" fmla="val 3281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F40548CA-39F4-F1A0-87F2-CDACDE7523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1903413"/>
              </p:ext>
            </p:extLst>
          </p:nvPr>
        </p:nvGraphicFramePr>
        <p:xfrm>
          <a:off x="4767588" y="2661702"/>
          <a:ext cx="2931089" cy="2976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任意形状 846">
            <a:extLst>
              <a:ext uri="{FF2B5EF4-FFF2-40B4-BE49-F238E27FC236}">
                <a16:creationId xmlns:a16="http://schemas.microsoft.com/office/drawing/2014/main" id="{B9FEA22E-DE25-210C-69B7-9B6AF1B26AA6}"/>
              </a:ext>
            </a:extLst>
          </p:cNvPr>
          <p:cNvSpPr/>
          <p:nvPr/>
        </p:nvSpPr>
        <p:spPr>
          <a:xfrm>
            <a:off x="1627469" y="3935022"/>
            <a:ext cx="342902" cy="3957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9" extrusionOk="0">
                <a:moveTo>
                  <a:pt x="1200" y="0"/>
                </a:moveTo>
                <a:lnTo>
                  <a:pt x="20400" y="0"/>
                </a:lnTo>
                <a:cubicBezTo>
                  <a:pt x="21062" y="0"/>
                  <a:pt x="21600" y="464"/>
                  <a:pt x="21600" y="1036"/>
                </a:cubicBezTo>
                <a:lnTo>
                  <a:pt x="21600" y="21011"/>
                </a:lnTo>
                <a:cubicBezTo>
                  <a:pt x="21600" y="21297"/>
                  <a:pt x="21332" y="21529"/>
                  <a:pt x="21000" y="21529"/>
                </a:cubicBezTo>
                <a:cubicBezTo>
                  <a:pt x="20916" y="21530"/>
                  <a:pt x="20832" y="21514"/>
                  <a:pt x="20755" y="21484"/>
                </a:cubicBezTo>
                <a:lnTo>
                  <a:pt x="10800" y="17647"/>
                </a:lnTo>
                <a:lnTo>
                  <a:pt x="845" y="21483"/>
                </a:lnTo>
                <a:cubicBezTo>
                  <a:pt x="542" y="21600"/>
                  <a:pt x="187" y="21483"/>
                  <a:pt x="52" y="21222"/>
                </a:cubicBezTo>
                <a:cubicBezTo>
                  <a:pt x="18" y="21155"/>
                  <a:pt x="0" y="21083"/>
                  <a:pt x="0" y="21011"/>
                </a:cubicBezTo>
                <a:lnTo>
                  <a:pt x="0" y="1036"/>
                </a:lnTo>
                <a:cubicBezTo>
                  <a:pt x="0" y="464"/>
                  <a:pt x="537" y="0"/>
                  <a:pt x="1200" y="0"/>
                </a:cubicBezTo>
                <a:close/>
                <a:moveTo>
                  <a:pt x="19200" y="18616"/>
                </a:moveTo>
                <a:lnTo>
                  <a:pt x="19200" y="2072"/>
                </a:lnTo>
                <a:lnTo>
                  <a:pt x="2400" y="2072"/>
                </a:lnTo>
                <a:lnTo>
                  <a:pt x="2400" y="18616"/>
                </a:lnTo>
                <a:lnTo>
                  <a:pt x="10800" y="15379"/>
                </a:lnTo>
                <a:lnTo>
                  <a:pt x="19200" y="18616"/>
                </a:lnTo>
                <a:close/>
                <a:moveTo>
                  <a:pt x="10800" y="11917"/>
                </a:moveTo>
                <a:lnTo>
                  <a:pt x="7273" y="13518"/>
                </a:lnTo>
                <a:lnTo>
                  <a:pt x="7946" y="10127"/>
                </a:lnTo>
                <a:lnTo>
                  <a:pt x="5094" y="7725"/>
                </a:lnTo>
                <a:lnTo>
                  <a:pt x="9037" y="7230"/>
                </a:lnTo>
                <a:lnTo>
                  <a:pt x="10800" y="4145"/>
                </a:lnTo>
                <a:lnTo>
                  <a:pt x="12564" y="7230"/>
                </a:lnTo>
                <a:lnTo>
                  <a:pt x="16506" y="7725"/>
                </a:lnTo>
                <a:lnTo>
                  <a:pt x="13653" y="10127"/>
                </a:lnTo>
                <a:lnTo>
                  <a:pt x="14325" y="13518"/>
                </a:lnTo>
                <a:lnTo>
                  <a:pt x="10800" y="11917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r" rtl="1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D44DCE-2696-4AF6-571F-CE298C258D02}"/>
              </a:ext>
            </a:extLst>
          </p:cNvPr>
          <p:cNvSpPr txBox="1"/>
          <p:nvPr/>
        </p:nvSpPr>
        <p:spPr>
          <a:xfrm flipH="1">
            <a:off x="8206950" y="2471644"/>
            <a:ext cx="3318301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lang="ar-EG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SemiBold" panose="020B0503050203000203" pitchFamily="34" charset="-78"/>
                <a:cs typeface="IBM Plex Sans Arabic SemiBold" panose="020B0503050203000203" pitchFamily="34" charset="-78"/>
              </a:rPr>
              <a:t>تقـريـــر البيانــات الاحـصـائـيـة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IBM Plex Sans Arabic SemiBold" panose="020B0503050203000203" pitchFamily="34" charset="-78"/>
              <a:cs typeface="IBM Plex Sans Arabic SemiBold" panose="020B0503050203000203" pitchFamily="34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9A2FA8-CEF5-DA1F-05A3-1774BC281A77}"/>
              </a:ext>
            </a:extLst>
          </p:cNvPr>
          <p:cNvSpPr txBox="1"/>
          <p:nvPr/>
        </p:nvSpPr>
        <p:spPr>
          <a:xfrm flipH="1">
            <a:off x="8206950" y="4843426"/>
            <a:ext cx="3318301" cy="74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algn="justLow" rtl="1"/>
            <a:r>
              <a:rPr lang="ar-EG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هذا النص هو مثال لنص يمكن أن يستبدل في نفس المساحة لقد تم توليد هذا النص من مولد النص العربي حيث يمكنك أن تولد مثل هذا النص.</a:t>
            </a:r>
          </a:p>
        </p:txBody>
      </p:sp>
      <p:sp>
        <p:nvSpPr>
          <p:cNvPr id="34" name="Rectangle: Rounded Corners 39">
            <a:extLst>
              <a:ext uri="{FF2B5EF4-FFF2-40B4-BE49-F238E27FC236}">
                <a16:creationId xmlns:a16="http://schemas.microsoft.com/office/drawing/2014/main" id="{76145DAE-364C-478B-BB30-DFEA83F7CC76}"/>
              </a:ext>
            </a:extLst>
          </p:cNvPr>
          <p:cNvSpPr/>
          <p:nvPr/>
        </p:nvSpPr>
        <p:spPr>
          <a:xfrm flipH="1">
            <a:off x="10720218" y="3939249"/>
            <a:ext cx="720000" cy="720000"/>
          </a:xfrm>
          <a:prstGeom prst="roundRect">
            <a:avLst/>
          </a:prstGeom>
          <a:solidFill>
            <a:srgbClr val="00A295"/>
          </a:solidFill>
          <a:ln w="63500">
            <a:solidFill>
              <a:srgbClr val="00746B"/>
            </a:solidFill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D" dirty="0"/>
          </a:p>
        </p:txBody>
      </p:sp>
      <p:sp>
        <p:nvSpPr>
          <p:cNvPr id="35" name="任意形状 822">
            <a:extLst>
              <a:ext uri="{FF2B5EF4-FFF2-40B4-BE49-F238E27FC236}">
                <a16:creationId xmlns:a16="http://schemas.microsoft.com/office/drawing/2014/main" id="{A3EEA843-BF83-9FE7-E91E-5C7196075974}"/>
              </a:ext>
            </a:extLst>
          </p:cNvPr>
          <p:cNvSpPr/>
          <p:nvPr/>
        </p:nvSpPr>
        <p:spPr>
          <a:xfrm flipH="1">
            <a:off x="10884193" y="4147551"/>
            <a:ext cx="381001" cy="342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000"/>
                </a:moveTo>
                <a:lnTo>
                  <a:pt x="6480" y="12000"/>
                </a:lnTo>
                <a:lnTo>
                  <a:pt x="6480" y="21600"/>
                </a:lnTo>
                <a:lnTo>
                  <a:pt x="0" y="21600"/>
                </a:lnTo>
                <a:lnTo>
                  <a:pt x="0" y="12000"/>
                </a:lnTo>
                <a:close/>
                <a:moveTo>
                  <a:pt x="15120" y="6000"/>
                </a:moveTo>
                <a:lnTo>
                  <a:pt x="21600" y="6000"/>
                </a:lnTo>
                <a:lnTo>
                  <a:pt x="21600" y="21600"/>
                </a:lnTo>
                <a:lnTo>
                  <a:pt x="15120" y="21600"/>
                </a:lnTo>
                <a:lnTo>
                  <a:pt x="15120" y="6000"/>
                </a:lnTo>
                <a:close/>
                <a:moveTo>
                  <a:pt x="7560" y="0"/>
                </a:moveTo>
                <a:lnTo>
                  <a:pt x="14040" y="0"/>
                </a:lnTo>
                <a:lnTo>
                  <a:pt x="14040" y="21600"/>
                </a:lnTo>
                <a:lnTo>
                  <a:pt x="7560" y="21600"/>
                </a:lnTo>
                <a:lnTo>
                  <a:pt x="7560" y="0"/>
                </a:lnTo>
                <a:close/>
                <a:moveTo>
                  <a:pt x="2160" y="14400"/>
                </a:moveTo>
                <a:lnTo>
                  <a:pt x="2160" y="19200"/>
                </a:lnTo>
                <a:lnTo>
                  <a:pt x="4320" y="19200"/>
                </a:lnTo>
                <a:lnTo>
                  <a:pt x="4320" y="14400"/>
                </a:lnTo>
                <a:lnTo>
                  <a:pt x="2160" y="14400"/>
                </a:lnTo>
                <a:close/>
                <a:moveTo>
                  <a:pt x="9720" y="2400"/>
                </a:moveTo>
                <a:lnTo>
                  <a:pt x="9720" y="19200"/>
                </a:lnTo>
                <a:lnTo>
                  <a:pt x="11880" y="19200"/>
                </a:lnTo>
                <a:lnTo>
                  <a:pt x="11880" y="2400"/>
                </a:lnTo>
                <a:lnTo>
                  <a:pt x="9720" y="2400"/>
                </a:lnTo>
                <a:close/>
                <a:moveTo>
                  <a:pt x="17280" y="8400"/>
                </a:moveTo>
                <a:lnTo>
                  <a:pt x="17280" y="19200"/>
                </a:lnTo>
                <a:lnTo>
                  <a:pt x="19440" y="19200"/>
                </a:lnTo>
                <a:lnTo>
                  <a:pt x="19440" y="8400"/>
                </a:lnTo>
                <a:lnTo>
                  <a:pt x="17280" y="8400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r" rtl="1"/>
            <a:endParaRPr/>
          </a:p>
        </p:txBody>
      </p:sp>
    </p:spTree>
    <p:extLst>
      <p:ext uri="{BB962C8B-B14F-4D97-AF65-F5344CB8AC3E}">
        <p14:creationId xmlns:p14="http://schemas.microsoft.com/office/powerpoint/2010/main" val="3928363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97FA413E-7055-FAF4-D9FC-BAEE2D9CFD20}"/>
              </a:ext>
            </a:extLst>
          </p:cNvPr>
          <p:cNvSpPr txBox="1"/>
          <p:nvPr/>
        </p:nvSpPr>
        <p:spPr>
          <a:xfrm flipH="1">
            <a:off x="3910387" y="763921"/>
            <a:ext cx="7291012" cy="5478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90000"/>
              </a:lnSpc>
            </a:pPr>
            <a:r>
              <a:rPr lang="ar-EG" sz="32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تقرير البيانات الاحصائية</a:t>
            </a:r>
            <a:endParaRPr lang="en-US" sz="3200" dirty="0">
              <a:solidFill>
                <a:srgbClr val="00746B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29" name="Rectangle: Rounded Corners 1">
            <a:extLst>
              <a:ext uri="{FF2B5EF4-FFF2-40B4-BE49-F238E27FC236}">
                <a16:creationId xmlns:a16="http://schemas.microsoft.com/office/drawing/2014/main" id="{52761540-BE36-3485-44F3-791D49C5BFA3}"/>
              </a:ext>
            </a:extLst>
          </p:cNvPr>
          <p:cNvSpPr/>
          <p:nvPr/>
        </p:nvSpPr>
        <p:spPr>
          <a:xfrm flipH="1">
            <a:off x="7997400" y="4619112"/>
            <a:ext cx="3204000" cy="1327150"/>
          </a:xfrm>
          <a:prstGeom prst="roundRect">
            <a:avLst>
              <a:gd name="adj" fmla="val 8305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30" name="Rectangle: Rounded Corners 51">
            <a:extLst>
              <a:ext uri="{FF2B5EF4-FFF2-40B4-BE49-F238E27FC236}">
                <a16:creationId xmlns:a16="http://schemas.microsoft.com/office/drawing/2014/main" id="{686B036F-B2F8-9475-EDC2-3C209203E044}"/>
              </a:ext>
            </a:extLst>
          </p:cNvPr>
          <p:cNvSpPr/>
          <p:nvPr/>
        </p:nvSpPr>
        <p:spPr>
          <a:xfrm flipH="1">
            <a:off x="4494000" y="4619112"/>
            <a:ext cx="3204000" cy="1327150"/>
          </a:xfrm>
          <a:prstGeom prst="roundRect">
            <a:avLst>
              <a:gd name="adj" fmla="val 8305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sp>
        <p:nvSpPr>
          <p:cNvPr id="31" name="Rectangle: Rounded Corners 52">
            <a:extLst>
              <a:ext uri="{FF2B5EF4-FFF2-40B4-BE49-F238E27FC236}">
                <a16:creationId xmlns:a16="http://schemas.microsoft.com/office/drawing/2014/main" id="{ABE76AA5-7FE5-0FEA-06FF-F4E7EF61765A}"/>
              </a:ext>
            </a:extLst>
          </p:cNvPr>
          <p:cNvSpPr/>
          <p:nvPr/>
        </p:nvSpPr>
        <p:spPr>
          <a:xfrm flipH="1">
            <a:off x="990599" y="4619112"/>
            <a:ext cx="3204000" cy="1327150"/>
          </a:xfrm>
          <a:prstGeom prst="roundRect">
            <a:avLst>
              <a:gd name="adj" fmla="val 8305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32" name="Rectangle: Rounded Corners 4">
            <a:extLst>
              <a:ext uri="{FF2B5EF4-FFF2-40B4-BE49-F238E27FC236}">
                <a16:creationId xmlns:a16="http://schemas.microsoft.com/office/drawing/2014/main" id="{3E7E1D28-6AC3-AA55-48D1-EA6E11935168}"/>
              </a:ext>
            </a:extLst>
          </p:cNvPr>
          <p:cNvSpPr/>
          <p:nvPr/>
        </p:nvSpPr>
        <p:spPr>
          <a:xfrm flipH="1">
            <a:off x="990599" y="1641475"/>
            <a:ext cx="10210800" cy="2635250"/>
          </a:xfrm>
          <a:prstGeom prst="roundRect">
            <a:avLst>
              <a:gd name="adj" fmla="val 3281"/>
            </a:avLst>
          </a:prstGeom>
          <a:solidFill>
            <a:schemeClr val="bg1"/>
          </a:solidFill>
          <a:ln>
            <a:noFill/>
          </a:ln>
          <a:effectLst>
            <a:outerShdw blurRad="1104900" dist="571500" dir="2700000" sx="91000" sy="91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/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C654B3CC-C6B0-71CE-7D6B-10914EBF59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003220"/>
              </p:ext>
            </p:extLst>
          </p:nvPr>
        </p:nvGraphicFramePr>
        <p:xfrm flipH="1">
          <a:off x="1362438" y="1821657"/>
          <a:ext cx="9467122" cy="2274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9C7CAB9F-3DF4-25B3-3D72-B0DFE069880A}"/>
              </a:ext>
            </a:extLst>
          </p:cNvPr>
          <p:cNvSpPr txBox="1"/>
          <p:nvPr/>
        </p:nvSpPr>
        <p:spPr>
          <a:xfrm flipH="1">
            <a:off x="9337520" y="4811324"/>
            <a:ext cx="1540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gradFill>
                  <a:gsLst>
                    <a:gs pos="100000">
                      <a:schemeClr val="accent3"/>
                    </a:gs>
                    <a:gs pos="60000">
                      <a:schemeClr val="accent2"/>
                    </a:gs>
                    <a:gs pos="5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j-lt"/>
                <a:cs typeface="Sora ExtraBold" pitchFamily="2" charset="0"/>
              </a:defRPr>
            </a:lvl1pPr>
          </a:lstStyle>
          <a:p>
            <a:pPr algn="r" rtl="1"/>
            <a:r>
              <a:rPr lang="ar-EG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عنوان البيانات</a:t>
            </a:r>
            <a:endParaRPr lang="en-US" sz="1200" b="0" dirty="0">
              <a:solidFill>
                <a:schemeClr val="tx1">
                  <a:lumMod val="75000"/>
                  <a:lumOff val="25000"/>
                </a:schemeClr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ED48A2-EB38-E74E-96A4-56A8E70F59F3}"/>
              </a:ext>
            </a:extLst>
          </p:cNvPr>
          <p:cNvGrpSpPr/>
          <p:nvPr/>
        </p:nvGrpSpPr>
        <p:grpSpPr>
          <a:xfrm flipH="1">
            <a:off x="8387340" y="5161474"/>
            <a:ext cx="2412000" cy="108002"/>
            <a:chOff x="7415413" y="5066284"/>
            <a:chExt cx="1188000" cy="183297"/>
          </a:xfrm>
        </p:grpSpPr>
        <p:sp>
          <p:nvSpPr>
            <p:cNvPr id="36" name="Rectangle: Rounded Corners 11">
              <a:extLst>
                <a:ext uri="{FF2B5EF4-FFF2-40B4-BE49-F238E27FC236}">
                  <a16:creationId xmlns:a16="http://schemas.microsoft.com/office/drawing/2014/main" id="{3857C2DD-6869-EE9D-7907-88A55CFF07E2}"/>
                </a:ext>
              </a:extLst>
            </p:cNvPr>
            <p:cNvSpPr/>
            <p:nvPr/>
          </p:nvSpPr>
          <p:spPr>
            <a:xfrm>
              <a:off x="7415413" y="5066287"/>
              <a:ext cx="1188000" cy="18329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7" name="Rectangle: Rounded Corners 12">
              <a:extLst>
                <a:ext uri="{FF2B5EF4-FFF2-40B4-BE49-F238E27FC236}">
                  <a16:creationId xmlns:a16="http://schemas.microsoft.com/office/drawing/2014/main" id="{DF82A7A9-8900-54D0-2C8F-70BD5D53AA99}"/>
                </a:ext>
              </a:extLst>
            </p:cNvPr>
            <p:cNvSpPr/>
            <p:nvPr/>
          </p:nvSpPr>
          <p:spPr>
            <a:xfrm>
              <a:off x="7415414" y="5066284"/>
              <a:ext cx="720000" cy="183294"/>
            </a:xfrm>
            <a:prstGeom prst="roundRect">
              <a:avLst>
                <a:gd name="adj" fmla="val 50000"/>
              </a:avLst>
            </a:prstGeom>
            <a:solidFill>
              <a:srgbClr val="B59A65"/>
            </a:solidFill>
            <a:ln>
              <a:noFill/>
            </a:ln>
            <a:effectLst>
              <a:outerShdw blurRad="1104900" dist="571500" dir="2700000" sx="91000" sy="91000" algn="ctr" rotWithShape="0">
                <a:schemeClr val="tx1">
                  <a:alpha val="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89036C1-D8D6-F02D-C90F-1F4B560F7D81}"/>
              </a:ext>
            </a:extLst>
          </p:cNvPr>
          <p:cNvSpPr txBox="1"/>
          <p:nvPr/>
        </p:nvSpPr>
        <p:spPr>
          <a:xfrm flipH="1">
            <a:off x="8320665" y="5340374"/>
            <a:ext cx="254794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algn="justLow" rtl="1"/>
            <a:r>
              <a:rPr lang="ar-EG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هذا النص هو مثال لنص يمكن أن يستبدل في نفس المساحة.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4609EF-AB40-DF96-4261-63201F252690}"/>
              </a:ext>
            </a:extLst>
          </p:cNvPr>
          <p:cNvSpPr txBox="1"/>
          <p:nvPr/>
        </p:nvSpPr>
        <p:spPr>
          <a:xfrm flipH="1">
            <a:off x="8320666" y="4826778"/>
            <a:ext cx="59357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algn="l" rtl="1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EE39E3-135B-A9B6-6741-8004E226035F}"/>
              </a:ext>
            </a:extLst>
          </p:cNvPr>
          <p:cNvSpPr txBox="1"/>
          <p:nvPr/>
        </p:nvSpPr>
        <p:spPr>
          <a:xfrm flipH="1">
            <a:off x="5827556" y="4811324"/>
            <a:ext cx="1540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gradFill>
                  <a:gsLst>
                    <a:gs pos="100000">
                      <a:schemeClr val="accent3"/>
                    </a:gs>
                    <a:gs pos="60000">
                      <a:schemeClr val="accent2"/>
                    </a:gs>
                    <a:gs pos="5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j-lt"/>
                <a:cs typeface="Sora ExtraBold" pitchFamily="2" charset="0"/>
              </a:defRPr>
            </a:lvl1pPr>
          </a:lstStyle>
          <a:p>
            <a:pPr algn="r" rtl="1"/>
            <a:r>
              <a:rPr lang="ar-EG" sz="1200" b="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عنوان البيانات</a:t>
            </a:r>
            <a:endParaRPr lang="en-US" sz="1200" b="0" dirty="0">
              <a:solidFill>
                <a:schemeClr val="tx1">
                  <a:lumMod val="75000"/>
                  <a:lumOff val="25000"/>
                </a:schemeClr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01E965E-4249-E304-5954-AE07A6563541}"/>
              </a:ext>
            </a:extLst>
          </p:cNvPr>
          <p:cNvGrpSpPr/>
          <p:nvPr/>
        </p:nvGrpSpPr>
        <p:grpSpPr>
          <a:xfrm flipH="1">
            <a:off x="4877376" y="5161468"/>
            <a:ext cx="2412000" cy="108003"/>
            <a:chOff x="7415413" y="5066282"/>
            <a:chExt cx="1188000" cy="183299"/>
          </a:xfrm>
        </p:grpSpPr>
        <p:sp>
          <p:nvSpPr>
            <p:cNvPr id="42" name="Rectangle: Rounded Corners 40">
              <a:extLst>
                <a:ext uri="{FF2B5EF4-FFF2-40B4-BE49-F238E27FC236}">
                  <a16:creationId xmlns:a16="http://schemas.microsoft.com/office/drawing/2014/main" id="{91F3C562-8A8B-21EC-BB7E-29E76AAEA9A6}"/>
                </a:ext>
              </a:extLst>
            </p:cNvPr>
            <p:cNvSpPr/>
            <p:nvPr/>
          </p:nvSpPr>
          <p:spPr>
            <a:xfrm>
              <a:off x="7415413" y="5066287"/>
              <a:ext cx="1188000" cy="18329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Rectangle: Rounded Corners 41">
              <a:extLst>
                <a:ext uri="{FF2B5EF4-FFF2-40B4-BE49-F238E27FC236}">
                  <a16:creationId xmlns:a16="http://schemas.microsoft.com/office/drawing/2014/main" id="{634975FC-900D-DC9D-BB68-547E7AB41DCD}"/>
                </a:ext>
              </a:extLst>
            </p:cNvPr>
            <p:cNvSpPr/>
            <p:nvPr/>
          </p:nvSpPr>
          <p:spPr>
            <a:xfrm>
              <a:off x="7415413" y="5066282"/>
              <a:ext cx="797910" cy="183294"/>
            </a:xfrm>
            <a:prstGeom prst="roundRect">
              <a:avLst>
                <a:gd name="adj" fmla="val 50000"/>
              </a:avLst>
            </a:prstGeom>
            <a:solidFill>
              <a:srgbClr val="00A295"/>
            </a:solidFill>
            <a:ln>
              <a:noFill/>
            </a:ln>
            <a:effectLst>
              <a:outerShdw blurRad="1104900" dist="571500" dir="2700000" sx="91000" sy="91000" algn="ctr" rotWithShape="0">
                <a:schemeClr val="tx1">
                  <a:alpha val="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>
                <a:solidFill>
                  <a:srgbClr val="00746B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FC59906-0818-54CF-B605-22D2444D0470}"/>
              </a:ext>
            </a:extLst>
          </p:cNvPr>
          <p:cNvSpPr txBox="1"/>
          <p:nvPr/>
        </p:nvSpPr>
        <p:spPr>
          <a:xfrm flipH="1">
            <a:off x="4810701" y="5340374"/>
            <a:ext cx="254794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algn="justLow" rtl="1"/>
            <a:r>
              <a:rPr lang="ar-EG" sz="120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هذا النص هو مثال لنص يمكن أن يستبدل في نفس المساحة.</a:t>
            </a:r>
            <a:endParaRPr lang="ar-EG" sz="1200" dirty="0">
              <a:solidFill>
                <a:schemeClr val="tx1">
                  <a:lumMod val="75000"/>
                  <a:lumOff val="25000"/>
                </a:schemeClr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E68E6D-E1F6-4D0E-F12A-08A1EF7ED9F1}"/>
              </a:ext>
            </a:extLst>
          </p:cNvPr>
          <p:cNvSpPr txBox="1"/>
          <p:nvPr/>
        </p:nvSpPr>
        <p:spPr>
          <a:xfrm flipH="1">
            <a:off x="4810702" y="4826778"/>
            <a:ext cx="59357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algn="l" rtl="1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70%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742998-FF8A-8CA4-CF17-F748AFFE06E1}"/>
              </a:ext>
            </a:extLst>
          </p:cNvPr>
          <p:cNvSpPr txBox="1"/>
          <p:nvPr/>
        </p:nvSpPr>
        <p:spPr>
          <a:xfrm flipH="1">
            <a:off x="2317592" y="4811324"/>
            <a:ext cx="1540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gradFill>
                  <a:gsLst>
                    <a:gs pos="100000">
                      <a:schemeClr val="accent3"/>
                    </a:gs>
                    <a:gs pos="60000">
                      <a:schemeClr val="accent2"/>
                    </a:gs>
                    <a:gs pos="5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j-lt"/>
                <a:cs typeface="Sora ExtraBold" pitchFamily="2" charset="0"/>
              </a:defRPr>
            </a:lvl1pPr>
          </a:lstStyle>
          <a:p>
            <a:pPr algn="r" rtl="1"/>
            <a:r>
              <a:rPr lang="ar-EG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عنوان البيانات</a:t>
            </a:r>
            <a:endParaRPr lang="en-US" sz="1200" b="0" dirty="0">
              <a:solidFill>
                <a:schemeClr val="tx1">
                  <a:lumMod val="75000"/>
                  <a:lumOff val="25000"/>
                </a:schemeClr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6808DBA-51B1-3BD7-7D62-C7A496A04414}"/>
              </a:ext>
            </a:extLst>
          </p:cNvPr>
          <p:cNvGrpSpPr/>
          <p:nvPr/>
        </p:nvGrpSpPr>
        <p:grpSpPr>
          <a:xfrm flipH="1">
            <a:off x="1367412" y="5161474"/>
            <a:ext cx="2412000" cy="108002"/>
            <a:chOff x="7415413" y="5066284"/>
            <a:chExt cx="1188000" cy="183297"/>
          </a:xfrm>
        </p:grpSpPr>
        <p:sp>
          <p:nvSpPr>
            <p:cNvPr id="48" name="Rectangle: Rounded Corners 49">
              <a:extLst>
                <a:ext uri="{FF2B5EF4-FFF2-40B4-BE49-F238E27FC236}">
                  <a16:creationId xmlns:a16="http://schemas.microsoft.com/office/drawing/2014/main" id="{201258BF-151D-B60B-9B49-C96ED976993D}"/>
                </a:ext>
              </a:extLst>
            </p:cNvPr>
            <p:cNvSpPr/>
            <p:nvPr/>
          </p:nvSpPr>
          <p:spPr>
            <a:xfrm>
              <a:off x="7415413" y="5066287"/>
              <a:ext cx="1188000" cy="18329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>
                <a:solidFill>
                  <a:srgbClr val="00746B"/>
                </a:solidFill>
              </a:endParaRPr>
            </a:p>
          </p:txBody>
        </p:sp>
        <p:sp>
          <p:nvSpPr>
            <p:cNvPr id="49" name="Rectangle: Rounded Corners 50">
              <a:extLst>
                <a:ext uri="{FF2B5EF4-FFF2-40B4-BE49-F238E27FC236}">
                  <a16:creationId xmlns:a16="http://schemas.microsoft.com/office/drawing/2014/main" id="{5DF501B4-9A88-3F56-7315-0D368CE4CFB2}"/>
                </a:ext>
              </a:extLst>
            </p:cNvPr>
            <p:cNvSpPr/>
            <p:nvPr/>
          </p:nvSpPr>
          <p:spPr>
            <a:xfrm>
              <a:off x="7415413" y="5066284"/>
              <a:ext cx="851104" cy="183294"/>
            </a:xfrm>
            <a:prstGeom prst="roundRect">
              <a:avLst>
                <a:gd name="adj" fmla="val 50000"/>
              </a:avLst>
            </a:prstGeom>
            <a:solidFill>
              <a:srgbClr val="00746B"/>
            </a:solidFill>
            <a:ln>
              <a:noFill/>
            </a:ln>
            <a:effectLst>
              <a:outerShdw blurRad="1104900" dist="571500" dir="2700000" sx="91000" sy="91000" algn="ctr" rotWithShape="0">
                <a:schemeClr val="tx1">
                  <a:alpha val="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>
                <a:solidFill>
                  <a:srgbClr val="00746B"/>
                </a:solidFill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0399A07-492D-EC5F-8361-D8DE0D44200B}"/>
              </a:ext>
            </a:extLst>
          </p:cNvPr>
          <p:cNvSpPr txBox="1"/>
          <p:nvPr/>
        </p:nvSpPr>
        <p:spPr>
          <a:xfrm flipH="1">
            <a:off x="1300737" y="5340374"/>
            <a:ext cx="254794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algn="justLow" rtl="1"/>
            <a:r>
              <a:rPr lang="ar-EG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هذا النص هو مثال لنص يمكن أن يستبدل في نفس المساحة.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18F4FD-478D-12E0-FFF4-746C5DF77CCE}"/>
              </a:ext>
            </a:extLst>
          </p:cNvPr>
          <p:cNvSpPr txBox="1"/>
          <p:nvPr/>
        </p:nvSpPr>
        <p:spPr>
          <a:xfrm flipH="1">
            <a:off x="1300738" y="4826778"/>
            <a:ext cx="59357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pPr algn="l" rtl="1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209826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6221F0-5D44-1315-DAB4-7E0F7647BBE1}"/>
              </a:ext>
            </a:extLst>
          </p:cNvPr>
          <p:cNvSpPr/>
          <p:nvPr/>
        </p:nvSpPr>
        <p:spPr>
          <a:xfrm>
            <a:off x="0" y="-1"/>
            <a:ext cx="12191999" cy="6853381"/>
          </a:xfrm>
          <a:prstGeom prst="rect">
            <a:avLst/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EAAFF-4C8F-C80D-D074-6367D3D6E6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rcRect t="32938" r="7196" b="23196"/>
          <a:stretch/>
        </p:blipFill>
        <p:spPr>
          <a:xfrm>
            <a:off x="-370114" y="-195942"/>
            <a:ext cx="12975772" cy="7336972"/>
          </a:xfrm>
          <a:prstGeom prst="rect">
            <a:avLst/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4D3DAF-DC63-D46F-9962-13C4CD89D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9" y="7410535"/>
            <a:ext cx="4292600" cy="3568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054218-93B4-DF36-82E1-13AA4048C1AC}"/>
              </a:ext>
            </a:extLst>
          </p:cNvPr>
          <p:cNvSpPr/>
          <p:nvPr/>
        </p:nvSpPr>
        <p:spPr>
          <a:xfrm>
            <a:off x="3151584" y="2745858"/>
            <a:ext cx="5655365" cy="1361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B89E72-AB65-A82A-B7F2-22F32DE8C91D}"/>
              </a:ext>
            </a:extLst>
          </p:cNvPr>
          <p:cNvSpPr/>
          <p:nvPr/>
        </p:nvSpPr>
        <p:spPr>
          <a:xfrm>
            <a:off x="8153637" y="2126974"/>
            <a:ext cx="653312" cy="618884"/>
          </a:xfrm>
          <a:prstGeom prst="rect">
            <a:avLst/>
          </a:prstGeom>
          <a:solidFill>
            <a:srgbClr val="B59A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252F36-26AB-F9C7-3C14-69E170427C12}"/>
              </a:ext>
            </a:extLst>
          </p:cNvPr>
          <p:cNvSpPr/>
          <p:nvPr/>
        </p:nvSpPr>
        <p:spPr>
          <a:xfrm>
            <a:off x="8153637" y="2742217"/>
            <a:ext cx="653312" cy="1369925"/>
          </a:xfrm>
          <a:prstGeom prst="rect">
            <a:avLst/>
          </a:prstGeom>
          <a:gradFill>
            <a:gsLst>
              <a:gs pos="16000">
                <a:srgbClr val="3C454E"/>
              </a:gs>
              <a:gs pos="100000">
                <a:srgbClr val="00A295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7136D-6F95-F0E0-07AA-7CAB083F25C8}"/>
              </a:ext>
            </a:extLst>
          </p:cNvPr>
          <p:cNvSpPr txBox="1"/>
          <p:nvPr/>
        </p:nvSpPr>
        <p:spPr>
          <a:xfrm>
            <a:off x="3488450" y="3072745"/>
            <a:ext cx="4432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40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عـــــــــــنــوان </a:t>
            </a:r>
            <a:r>
              <a:rPr lang="ar-SA" sz="4000" dirty="0" err="1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التـبــويـــبـــــــــــة</a:t>
            </a:r>
            <a:endParaRPr lang="en-SA" sz="4000" dirty="0">
              <a:solidFill>
                <a:srgbClr val="00746B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F3787-3D42-17DA-20B4-904E15148FF7}"/>
              </a:ext>
            </a:extLst>
          </p:cNvPr>
          <p:cNvSpPr txBox="1"/>
          <p:nvPr/>
        </p:nvSpPr>
        <p:spPr>
          <a:xfrm>
            <a:off x="8003069" y="2159262"/>
            <a:ext cx="80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dirty="0">
                <a:solidFill>
                  <a:schemeClr val="bg1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03</a:t>
            </a:r>
            <a:endParaRPr lang="en-SA" sz="3200" dirty="0">
              <a:solidFill>
                <a:schemeClr val="bg1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21094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6CA302B3-C632-4F70-1721-305EA3F398DC}"/>
              </a:ext>
            </a:extLst>
          </p:cNvPr>
          <p:cNvSpPr/>
          <p:nvPr/>
        </p:nvSpPr>
        <p:spPr>
          <a:xfrm flipH="1">
            <a:off x="2430462" y="2414347"/>
            <a:ext cx="4903788" cy="381000"/>
          </a:xfrm>
          <a:prstGeom prst="roundRect">
            <a:avLst/>
          </a:prstGeom>
          <a:gradFill>
            <a:gsLst>
              <a:gs pos="45000">
                <a:srgbClr val="00746B"/>
              </a:gs>
              <a:gs pos="100000">
                <a:srgbClr val="C0D684"/>
              </a:gs>
            </a:gsLst>
            <a:lin ang="3000000" scaled="0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EG" sz="1100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المساحة.</a:t>
            </a:r>
          </a:p>
        </p:txBody>
      </p:sp>
      <p:sp>
        <p:nvSpPr>
          <p:cNvPr id="5" name="Rectangle: Rounded Corners 2">
            <a:extLst>
              <a:ext uri="{FF2B5EF4-FFF2-40B4-BE49-F238E27FC236}">
                <a16:creationId xmlns:a16="http://schemas.microsoft.com/office/drawing/2014/main" id="{A44362B8-1B83-E5CD-A84A-EAF4B4F47795}"/>
              </a:ext>
            </a:extLst>
          </p:cNvPr>
          <p:cNvSpPr/>
          <p:nvPr/>
        </p:nvSpPr>
        <p:spPr>
          <a:xfrm flipH="1">
            <a:off x="2430462" y="2901367"/>
            <a:ext cx="4903788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EG" sz="110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المساحة.</a:t>
            </a:r>
            <a:endParaRPr lang="ar-EG" sz="1100" dirty="0">
              <a:solidFill>
                <a:schemeClr val="tx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6" name="Rectangle: Rounded Corners 3">
            <a:extLst>
              <a:ext uri="{FF2B5EF4-FFF2-40B4-BE49-F238E27FC236}">
                <a16:creationId xmlns:a16="http://schemas.microsoft.com/office/drawing/2014/main" id="{52EB14A1-0185-9D8A-68A5-A8044E2DA614}"/>
              </a:ext>
            </a:extLst>
          </p:cNvPr>
          <p:cNvSpPr/>
          <p:nvPr/>
        </p:nvSpPr>
        <p:spPr>
          <a:xfrm flipH="1">
            <a:off x="2430462" y="3388387"/>
            <a:ext cx="4903788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EG" sz="110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المساحة.</a:t>
            </a:r>
            <a:endParaRPr lang="ar-EG" sz="1100" dirty="0">
              <a:solidFill>
                <a:schemeClr val="tx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7" name="Rectangle: Rounded Corners 4">
            <a:extLst>
              <a:ext uri="{FF2B5EF4-FFF2-40B4-BE49-F238E27FC236}">
                <a16:creationId xmlns:a16="http://schemas.microsoft.com/office/drawing/2014/main" id="{B781B662-8864-20F6-8B8E-8EE07B731320}"/>
              </a:ext>
            </a:extLst>
          </p:cNvPr>
          <p:cNvSpPr/>
          <p:nvPr/>
        </p:nvSpPr>
        <p:spPr>
          <a:xfrm flipH="1">
            <a:off x="2430462" y="3875407"/>
            <a:ext cx="4903788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EG" sz="110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المساحة.</a:t>
            </a:r>
            <a:endParaRPr lang="ar-EG" sz="1100" dirty="0">
              <a:solidFill>
                <a:schemeClr val="tx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DD9173D9-EE77-DF47-21DB-65F3442E8B7D}"/>
              </a:ext>
            </a:extLst>
          </p:cNvPr>
          <p:cNvSpPr/>
          <p:nvPr/>
        </p:nvSpPr>
        <p:spPr>
          <a:xfrm flipH="1">
            <a:off x="2430462" y="4362427"/>
            <a:ext cx="4903788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EG" sz="110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المساحة.</a:t>
            </a:r>
            <a:endParaRPr lang="ar-EG" sz="1100" dirty="0">
              <a:solidFill>
                <a:schemeClr val="tx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A5139402-7E90-515F-150E-06F2841938E1}"/>
              </a:ext>
            </a:extLst>
          </p:cNvPr>
          <p:cNvSpPr/>
          <p:nvPr/>
        </p:nvSpPr>
        <p:spPr>
          <a:xfrm flipH="1">
            <a:off x="2430462" y="4849447"/>
            <a:ext cx="4903788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EG" sz="110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المساحة.</a:t>
            </a:r>
            <a:endParaRPr lang="ar-EG" sz="1100" dirty="0">
              <a:solidFill>
                <a:schemeClr val="tx1">
                  <a:lumMod val="65000"/>
                  <a:lumOff val="35000"/>
                </a:schemeClr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1976E5AB-CD1A-0E11-6F4F-A5A3F943F92D}"/>
              </a:ext>
            </a:extLst>
          </p:cNvPr>
          <p:cNvSpPr/>
          <p:nvPr/>
        </p:nvSpPr>
        <p:spPr>
          <a:xfrm flipH="1">
            <a:off x="2430462" y="5336467"/>
            <a:ext cx="4903788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EG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المساحة.</a:t>
            </a:r>
          </a:p>
        </p:txBody>
      </p:sp>
      <p:sp>
        <p:nvSpPr>
          <p:cNvPr id="11" name="Rectangle: Rounded Corners 8">
            <a:extLst>
              <a:ext uri="{FF2B5EF4-FFF2-40B4-BE49-F238E27FC236}">
                <a16:creationId xmlns:a16="http://schemas.microsoft.com/office/drawing/2014/main" id="{98C0CEE2-4CAB-AC5D-2593-00E8CC28C321}"/>
              </a:ext>
            </a:extLst>
          </p:cNvPr>
          <p:cNvSpPr/>
          <p:nvPr/>
        </p:nvSpPr>
        <p:spPr>
          <a:xfrm flipH="1">
            <a:off x="7486650" y="2414347"/>
            <a:ext cx="1511300" cy="381000"/>
          </a:xfrm>
          <a:prstGeom prst="roundRect">
            <a:avLst/>
          </a:prstGeom>
          <a:gradFill>
            <a:gsLst>
              <a:gs pos="45000">
                <a:srgbClr val="00746B"/>
              </a:gs>
              <a:gs pos="100000">
                <a:srgbClr val="C0D684"/>
              </a:gs>
            </a:gsLst>
            <a:lin ang="3000000" scaled="0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>
                <a:solidFill>
                  <a:schemeClr val="bg1"/>
                </a:solidFill>
                <a:latin typeface="+mj-lt"/>
              </a:rPr>
              <a:t>  14/03/2023</a:t>
            </a:r>
            <a:endParaRPr lang="en-GB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: Rounded Corners 9">
            <a:extLst>
              <a:ext uri="{FF2B5EF4-FFF2-40B4-BE49-F238E27FC236}">
                <a16:creationId xmlns:a16="http://schemas.microsoft.com/office/drawing/2014/main" id="{EB14B4DE-9B9C-75F1-DB12-7688F8B1FED9}"/>
              </a:ext>
            </a:extLst>
          </p:cNvPr>
          <p:cNvSpPr/>
          <p:nvPr/>
        </p:nvSpPr>
        <p:spPr>
          <a:xfrm flipH="1">
            <a:off x="7486650" y="1816429"/>
            <a:ext cx="1511300" cy="381000"/>
          </a:xfrm>
          <a:prstGeom prst="roundRect">
            <a:avLst/>
          </a:prstGeom>
          <a:solidFill>
            <a:srgbClr val="3C454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بيانات</a:t>
            </a:r>
            <a:endParaRPr lang="en-GB" sz="1200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13" name="Rectangle: Rounded Corners 10">
            <a:extLst>
              <a:ext uri="{FF2B5EF4-FFF2-40B4-BE49-F238E27FC236}">
                <a16:creationId xmlns:a16="http://schemas.microsoft.com/office/drawing/2014/main" id="{4056CFA3-16C8-262F-AA74-E79AFDDA1259}"/>
              </a:ext>
            </a:extLst>
          </p:cNvPr>
          <p:cNvSpPr/>
          <p:nvPr/>
        </p:nvSpPr>
        <p:spPr>
          <a:xfrm flipH="1">
            <a:off x="7486650" y="290136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14/03/2023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: Rounded Corners 11">
            <a:extLst>
              <a:ext uri="{FF2B5EF4-FFF2-40B4-BE49-F238E27FC236}">
                <a16:creationId xmlns:a16="http://schemas.microsoft.com/office/drawing/2014/main" id="{B54CD495-6F79-979B-7434-3B392B74B819}"/>
              </a:ext>
            </a:extLst>
          </p:cNvPr>
          <p:cNvSpPr/>
          <p:nvPr/>
        </p:nvSpPr>
        <p:spPr>
          <a:xfrm flipH="1">
            <a:off x="7486650" y="338838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14/03/2023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ectangle: Rounded Corners 12">
            <a:extLst>
              <a:ext uri="{FF2B5EF4-FFF2-40B4-BE49-F238E27FC236}">
                <a16:creationId xmlns:a16="http://schemas.microsoft.com/office/drawing/2014/main" id="{7EA764D4-E706-00E9-F3BB-4D9AFD2ABE9E}"/>
              </a:ext>
            </a:extLst>
          </p:cNvPr>
          <p:cNvSpPr/>
          <p:nvPr/>
        </p:nvSpPr>
        <p:spPr>
          <a:xfrm flipH="1">
            <a:off x="7486650" y="387540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14/03/2023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Rectangle: Rounded Corners 13">
            <a:extLst>
              <a:ext uri="{FF2B5EF4-FFF2-40B4-BE49-F238E27FC236}">
                <a16:creationId xmlns:a16="http://schemas.microsoft.com/office/drawing/2014/main" id="{6D18B054-DE31-2862-AAC9-0147EE9FC9AD}"/>
              </a:ext>
            </a:extLst>
          </p:cNvPr>
          <p:cNvSpPr/>
          <p:nvPr/>
        </p:nvSpPr>
        <p:spPr>
          <a:xfrm flipH="1">
            <a:off x="7486650" y="436242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14/03/2023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Rectangle: Rounded Corners 14">
            <a:extLst>
              <a:ext uri="{FF2B5EF4-FFF2-40B4-BE49-F238E27FC236}">
                <a16:creationId xmlns:a16="http://schemas.microsoft.com/office/drawing/2014/main" id="{90674582-FA70-0615-8BD8-023AE6A41FD2}"/>
              </a:ext>
            </a:extLst>
          </p:cNvPr>
          <p:cNvSpPr/>
          <p:nvPr/>
        </p:nvSpPr>
        <p:spPr>
          <a:xfrm flipH="1">
            <a:off x="7486650" y="484944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14/03/2023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Rectangle: Rounded Corners 15">
            <a:extLst>
              <a:ext uri="{FF2B5EF4-FFF2-40B4-BE49-F238E27FC236}">
                <a16:creationId xmlns:a16="http://schemas.microsoft.com/office/drawing/2014/main" id="{443CDA56-422C-A082-4EC8-A0ED8DB4665F}"/>
              </a:ext>
            </a:extLst>
          </p:cNvPr>
          <p:cNvSpPr/>
          <p:nvPr/>
        </p:nvSpPr>
        <p:spPr>
          <a:xfrm flipH="1">
            <a:off x="7486650" y="533646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14/03/2023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: Rounded Corners 16">
            <a:extLst>
              <a:ext uri="{FF2B5EF4-FFF2-40B4-BE49-F238E27FC236}">
                <a16:creationId xmlns:a16="http://schemas.microsoft.com/office/drawing/2014/main" id="{8B230F04-8380-5F2F-8586-E95B5854218F}"/>
              </a:ext>
            </a:extLst>
          </p:cNvPr>
          <p:cNvSpPr/>
          <p:nvPr/>
        </p:nvSpPr>
        <p:spPr>
          <a:xfrm flipH="1">
            <a:off x="9150350" y="2414347"/>
            <a:ext cx="1511300" cy="381000"/>
          </a:xfrm>
          <a:prstGeom prst="roundRect">
            <a:avLst/>
          </a:prstGeom>
          <a:gradFill>
            <a:gsLst>
              <a:gs pos="45000">
                <a:srgbClr val="00746B"/>
              </a:gs>
              <a:gs pos="100000">
                <a:srgbClr val="C0D684"/>
              </a:gs>
            </a:gsLst>
            <a:lin ang="3000000" scaled="0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المنتج الأول</a:t>
            </a:r>
          </a:p>
        </p:txBody>
      </p:sp>
      <p:sp>
        <p:nvSpPr>
          <p:cNvPr id="20" name="Rectangle: Rounded Corners 17">
            <a:extLst>
              <a:ext uri="{FF2B5EF4-FFF2-40B4-BE49-F238E27FC236}">
                <a16:creationId xmlns:a16="http://schemas.microsoft.com/office/drawing/2014/main" id="{1B467266-F39E-4BC8-0507-775A99AEB22F}"/>
              </a:ext>
            </a:extLst>
          </p:cNvPr>
          <p:cNvSpPr/>
          <p:nvPr/>
        </p:nvSpPr>
        <p:spPr>
          <a:xfrm flipH="1">
            <a:off x="9150350" y="290136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المنتج الثاني</a:t>
            </a:r>
          </a:p>
        </p:txBody>
      </p:sp>
      <p:sp>
        <p:nvSpPr>
          <p:cNvPr id="21" name="Rectangle: Rounded Corners 18">
            <a:extLst>
              <a:ext uri="{FF2B5EF4-FFF2-40B4-BE49-F238E27FC236}">
                <a16:creationId xmlns:a16="http://schemas.microsoft.com/office/drawing/2014/main" id="{F06A17D4-165E-C577-03E2-BD93CFA16889}"/>
              </a:ext>
            </a:extLst>
          </p:cNvPr>
          <p:cNvSpPr/>
          <p:nvPr/>
        </p:nvSpPr>
        <p:spPr>
          <a:xfrm flipH="1">
            <a:off x="9150350" y="338838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المنتج الثالث</a:t>
            </a:r>
          </a:p>
        </p:txBody>
      </p:sp>
      <p:sp>
        <p:nvSpPr>
          <p:cNvPr id="22" name="Rectangle: Rounded Corners 19">
            <a:extLst>
              <a:ext uri="{FF2B5EF4-FFF2-40B4-BE49-F238E27FC236}">
                <a16:creationId xmlns:a16="http://schemas.microsoft.com/office/drawing/2014/main" id="{6C942808-BD21-4323-82D0-66AE7BDA4B1D}"/>
              </a:ext>
            </a:extLst>
          </p:cNvPr>
          <p:cNvSpPr/>
          <p:nvPr/>
        </p:nvSpPr>
        <p:spPr>
          <a:xfrm flipH="1">
            <a:off x="9150350" y="387540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المنتج الرابع</a:t>
            </a:r>
          </a:p>
        </p:txBody>
      </p:sp>
      <p:sp>
        <p:nvSpPr>
          <p:cNvPr id="23" name="Rectangle: Rounded Corners 20">
            <a:extLst>
              <a:ext uri="{FF2B5EF4-FFF2-40B4-BE49-F238E27FC236}">
                <a16:creationId xmlns:a16="http://schemas.microsoft.com/office/drawing/2014/main" id="{F25AA947-3308-B3D5-D83C-AA44425B7EEF}"/>
              </a:ext>
            </a:extLst>
          </p:cNvPr>
          <p:cNvSpPr/>
          <p:nvPr/>
        </p:nvSpPr>
        <p:spPr>
          <a:xfrm flipH="1">
            <a:off x="9150350" y="436242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المنتج الخامس</a:t>
            </a:r>
          </a:p>
        </p:txBody>
      </p:sp>
      <p:sp>
        <p:nvSpPr>
          <p:cNvPr id="24" name="Rectangle: Rounded Corners 21">
            <a:extLst>
              <a:ext uri="{FF2B5EF4-FFF2-40B4-BE49-F238E27FC236}">
                <a16:creationId xmlns:a16="http://schemas.microsoft.com/office/drawing/2014/main" id="{1CFB5805-9FD7-EF8A-CBC1-33A4F9FCEC8D}"/>
              </a:ext>
            </a:extLst>
          </p:cNvPr>
          <p:cNvSpPr/>
          <p:nvPr/>
        </p:nvSpPr>
        <p:spPr>
          <a:xfrm flipH="1">
            <a:off x="9150350" y="484944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المنتج السادس</a:t>
            </a:r>
          </a:p>
        </p:txBody>
      </p:sp>
      <p:sp>
        <p:nvSpPr>
          <p:cNvPr id="25" name="Rectangle: Rounded Corners 22">
            <a:extLst>
              <a:ext uri="{FF2B5EF4-FFF2-40B4-BE49-F238E27FC236}">
                <a16:creationId xmlns:a16="http://schemas.microsoft.com/office/drawing/2014/main" id="{58A4BBFB-AC59-65CA-5DC9-3D3DB8AF15F2}"/>
              </a:ext>
            </a:extLst>
          </p:cNvPr>
          <p:cNvSpPr/>
          <p:nvPr/>
        </p:nvSpPr>
        <p:spPr>
          <a:xfrm flipH="1">
            <a:off x="9150350" y="5336467"/>
            <a:ext cx="1511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المنتج السابع</a:t>
            </a:r>
          </a:p>
        </p:txBody>
      </p:sp>
      <p:sp>
        <p:nvSpPr>
          <p:cNvPr id="26" name="Rectangle: Rounded Corners 23">
            <a:extLst>
              <a:ext uri="{FF2B5EF4-FFF2-40B4-BE49-F238E27FC236}">
                <a16:creationId xmlns:a16="http://schemas.microsoft.com/office/drawing/2014/main" id="{C44AF66A-0F6A-2804-5630-CF6F762B48E7}"/>
              </a:ext>
            </a:extLst>
          </p:cNvPr>
          <p:cNvSpPr/>
          <p:nvPr/>
        </p:nvSpPr>
        <p:spPr>
          <a:xfrm flipH="1">
            <a:off x="9150350" y="1816429"/>
            <a:ext cx="1511300" cy="381000"/>
          </a:xfrm>
          <a:prstGeom prst="roundRect">
            <a:avLst/>
          </a:prstGeom>
          <a:solidFill>
            <a:srgbClr val="3C454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عنوان القيمة</a:t>
            </a:r>
            <a:endParaRPr lang="en-GB" sz="1200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27" name="Rectangle: Rounded Corners 24">
            <a:extLst>
              <a:ext uri="{FF2B5EF4-FFF2-40B4-BE49-F238E27FC236}">
                <a16:creationId xmlns:a16="http://schemas.microsoft.com/office/drawing/2014/main" id="{4AAB6887-EC58-CD41-1B96-823D775DFD76}"/>
              </a:ext>
            </a:extLst>
          </p:cNvPr>
          <p:cNvSpPr/>
          <p:nvPr/>
        </p:nvSpPr>
        <p:spPr>
          <a:xfrm flipH="1">
            <a:off x="2430462" y="1816429"/>
            <a:ext cx="4903788" cy="381000"/>
          </a:xfrm>
          <a:prstGeom prst="roundRect">
            <a:avLst/>
          </a:prstGeom>
          <a:solidFill>
            <a:srgbClr val="3C454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فقرة المحتوى</a:t>
            </a:r>
            <a:endParaRPr lang="en-GB" sz="1200" dirty="0">
              <a:solidFill>
                <a:schemeClr val="bg1"/>
              </a:solidFill>
              <a:latin typeface="IBM Plex Sans Arabic" panose="020B0503050203000203" pitchFamily="34" charset="-78"/>
              <a:cs typeface="IBM Plex Sans Arabic" panose="020B0503050203000203" pitchFamily="34" charset="-78"/>
            </a:endParaRPr>
          </a:p>
        </p:txBody>
      </p:sp>
      <p:sp>
        <p:nvSpPr>
          <p:cNvPr id="28" name="Rectangle: Rounded Corners 25">
            <a:extLst>
              <a:ext uri="{FF2B5EF4-FFF2-40B4-BE49-F238E27FC236}">
                <a16:creationId xmlns:a16="http://schemas.microsoft.com/office/drawing/2014/main" id="{38AC691B-A50E-A48F-4F26-695E7F195192}"/>
              </a:ext>
            </a:extLst>
          </p:cNvPr>
          <p:cNvSpPr/>
          <p:nvPr/>
        </p:nvSpPr>
        <p:spPr>
          <a:xfrm flipH="1">
            <a:off x="1530350" y="1816429"/>
            <a:ext cx="749300" cy="381000"/>
          </a:xfrm>
          <a:prstGeom prst="roundRect">
            <a:avLst/>
          </a:prstGeom>
          <a:solidFill>
            <a:srgbClr val="3C454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EG" sz="1200" dirty="0">
                <a:solidFill>
                  <a:schemeClr val="bg1"/>
                </a:solidFill>
                <a:latin typeface="+mj-lt"/>
              </a:rPr>
              <a:t>سعر</a:t>
            </a:r>
            <a:endParaRPr lang="en-GB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Rectangle: Rounded Corners 26">
            <a:extLst>
              <a:ext uri="{FF2B5EF4-FFF2-40B4-BE49-F238E27FC236}">
                <a16:creationId xmlns:a16="http://schemas.microsoft.com/office/drawing/2014/main" id="{52E70CE8-A23D-58D3-7BA0-C79ABD7FA339}"/>
              </a:ext>
            </a:extLst>
          </p:cNvPr>
          <p:cNvSpPr/>
          <p:nvPr/>
        </p:nvSpPr>
        <p:spPr>
          <a:xfrm flipH="1">
            <a:off x="1530350" y="2414347"/>
            <a:ext cx="749300" cy="381000"/>
          </a:xfrm>
          <a:prstGeom prst="roundRect">
            <a:avLst/>
          </a:prstGeom>
          <a:gradFill>
            <a:gsLst>
              <a:gs pos="45000">
                <a:srgbClr val="00746B"/>
              </a:gs>
              <a:gs pos="100000">
                <a:srgbClr val="C0D684"/>
              </a:gs>
            </a:gsLst>
            <a:lin ang="3000000" scaled="0"/>
          </a:gra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>
                <a:solidFill>
                  <a:schemeClr val="bg1"/>
                </a:solidFill>
                <a:latin typeface="+mj-lt"/>
              </a:rPr>
              <a:t>$334</a:t>
            </a:r>
            <a:endParaRPr lang="en-GB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Rectangle: Rounded Corners 27">
            <a:extLst>
              <a:ext uri="{FF2B5EF4-FFF2-40B4-BE49-F238E27FC236}">
                <a16:creationId xmlns:a16="http://schemas.microsoft.com/office/drawing/2014/main" id="{03069935-1FD2-227A-1DEA-E974380778F6}"/>
              </a:ext>
            </a:extLst>
          </p:cNvPr>
          <p:cNvSpPr/>
          <p:nvPr/>
        </p:nvSpPr>
        <p:spPr>
          <a:xfrm flipH="1">
            <a:off x="1530350" y="2901367"/>
            <a:ext cx="749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$334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Rectangle: Rounded Corners 28">
            <a:extLst>
              <a:ext uri="{FF2B5EF4-FFF2-40B4-BE49-F238E27FC236}">
                <a16:creationId xmlns:a16="http://schemas.microsoft.com/office/drawing/2014/main" id="{FD67DA7A-7DC9-8A99-8DF7-CFDEAFA1BF5C}"/>
              </a:ext>
            </a:extLst>
          </p:cNvPr>
          <p:cNvSpPr/>
          <p:nvPr/>
        </p:nvSpPr>
        <p:spPr>
          <a:xfrm flipH="1">
            <a:off x="1530350" y="3388387"/>
            <a:ext cx="749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$334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Rectangle: Rounded Corners 29">
            <a:extLst>
              <a:ext uri="{FF2B5EF4-FFF2-40B4-BE49-F238E27FC236}">
                <a16:creationId xmlns:a16="http://schemas.microsoft.com/office/drawing/2014/main" id="{0C4A2D41-A26D-8285-7BC6-8917E9009753}"/>
              </a:ext>
            </a:extLst>
          </p:cNvPr>
          <p:cNvSpPr/>
          <p:nvPr/>
        </p:nvSpPr>
        <p:spPr>
          <a:xfrm flipH="1">
            <a:off x="1530350" y="3875407"/>
            <a:ext cx="749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$334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Rectangle: Rounded Corners 30">
            <a:extLst>
              <a:ext uri="{FF2B5EF4-FFF2-40B4-BE49-F238E27FC236}">
                <a16:creationId xmlns:a16="http://schemas.microsoft.com/office/drawing/2014/main" id="{7AA05DE8-D12E-7992-62F0-8EA7E67EF725}"/>
              </a:ext>
            </a:extLst>
          </p:cNvPr>
          <p:cNvSpPr/>
          <p:nvPr/>
        </p:nvSpPr>
        <p:spPr>
          <a:xfrm flipH="1">
            <a:off x="1530350" y="4362427"/>
            <a:ext cx="749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$334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: Rounded Corners 31">
            <a:extLst>
              <a:ext uri="{FF2B5EF4-FFF2-40B4-BE49-F238E27FC236}">
                <a16:creationId xmlns:a16="http://schemas.microsoft.com/office/drawing/2014/main" id="{4AAFC0C0-676B-EDF4-509E-6602C47EDB74}"/>
              </a:ext>
            </a:extLst>
          </p:cNvPr>
          <p:cNvSpPr/>
          <p:nvPr/>
        </p:nvSpPr>
        <p:spPr>
          <a:xfrm flipH="1">
            <a:off x="1530350" y="4849447"/>
            <a:ext cx="749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$334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Rectangle: Rounded Corners 32">
            <a:extLst>
              <a:ext uri="{FF2B5EF4-FFF2-40B4-BE49-F238E27FC236}">
                <a16:creationId xmlns:a16="http://schemas.microsoft.com/office/drawing/2014/main" id="{4653516F-61DD-5664-384E-58C90E445755}"/>
              </a:ext>
            </a:extLst>
          </p:cNvPr>
          <p:cNvSpPr/>
          <p:nvPr/>
        </p:nvSpPr>
        <p:spPr>
          <a:xfrm flipH="1">
            <a:off x="1530350" y="5336467"/>
            <a:ext cx="749300" cy="381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206500" dist="876300" dir="8100000" sx="95000" sy="9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$334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Rectangle: Rounded Corners 33">
            <a:extLst>
              <a:ext uri="{FF2B5EF4-FFF2-40B4-BE49-F238E27FC236}">
                <a16:creationId xmlns:a16="http://schemas.microsoft.com/office/drawing/2014/main" id="{C4A650E8-690D-0E88-ABB8-A9D64D787F8A}"/>
              </a:ext>
            </a:extLst>
          </p:cNvPr>
          <p:cNvSpPr/>
          <p:nvPr/>
        </p:nvSpPr>
        <p:spPr>
          <a:xfrm flipH="1">
            <a:off x="2232026" y="5921530"/>
            <a:ext cx="304800" cy="286764"/>
          </a:xfrm>
          <a:prstGeom prst="roundRect">
            <a:avLst/>
          </a:prstGeom>
          <a:solidFill>
            <a:srgbClr val="00746B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bg1"/>
                </a:solidFill>
              </a:rPr>
              <a:t>1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37" name="Rectangle: Rounded Corners 34">
            <a:extLst>
              <a:ext uri="{FF2B5EF4-FFF2-40B4-BE49-F238E27FC236}">
                <a16:creationId xmlns:a16="http://schemas.microsoft.com/office/drawing/2014/main" id="{81803AA6-CC1B-DDEF-4642-9CB97521B84D}"/>
              </a:ext>
            </a:extLst>
          </p:cNvPr>
          <p:cNvSpPr/>
          <p:nvPr/>
        </p:nvSpPr>
        <p:spPr>
          <a:xfrm flipH="1">
            <a:off x="1881188" y="5921530"/>
            <a:ext cx="304800" cy="286764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bg1"/>
                </a:solidFill>
              </a:rPr>
              <a:t>2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38" name="Rectangle: Rounded Corners 35">
            <a:extLst>
              <a:ext uri="{FF2B5EF4-FFF2-40B4-BE49-F238E27FC236}">
                <a16:creationId xmlns:a16="http://schemas.microsoft.com/office/drawing/2014/main" id="{2AC93D34-6535-68FD-DEC9-1178A73C9830}"/>
              </a:ext>
            </a:extLst>
          </p:cNvPr>
          <p:cNvSpPr/>
          <p:nvPr/>
        </p:nvSpPr>
        <p:spPr>
          <a:xfrm flipH="1">
            <a:off x="1530350" y="5921530"/>
            <a:ext cx="304800" cy="286764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dirty="0">
                <a:solidFill>
                  <a:schemeClr val="bg1"/>
                </a:solidFill>
              </a:rPr>
              <a:t>3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BF2739-8B36-9832-145C-916AFA2FF033}"/>
              </a:ext>
            </a:extLst>
          </p:cNvPr>
          <p:cNvSpPr txBox="1"/>
          <p:nvPr/>
        </p:nvSpPr>
        <p:spPr>
          <a:xfrm>
            <a:off x="2279651" y="649706"/>
            <a:ext cx="7632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0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صفحات</a:t>
            </a:r>
            <a:r>
              <a:rPr lang="ar-EG" sz="4000" dirty="0">
                <a:solidFill>
                  <a:schemeClr val="accent3">
                    <a:lumMod val="50000"/>
                  </a:schemeClr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 </a:t>
            </a:r>
            <a:r>
              <a:rPr lang="ar-EG" sz="4000" dirty="0">
                <a:solidFill>
                  <a:srgbClr val="00A295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قسم الجدول</a:t>
            </a:r>
            <a:endParaRPr lang="en-US" sz="4400" dirty="0">
              <a:solidFill>
                <a:srgbClr val="00A295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21577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2915C33D-4F83-1390-0325-63F41995A669}"/>
              </a:ext>
            </a:extLst>
          </p:cNvPr>
          <p:cNvSpPr/>
          <p:nvPr/>
        </p:nvSpPr>
        <p:spPr>
          <a:xfrm flipH="1">
            <a:off x="968265" y="2924666"/>
            <a:ext cx="9981021" cy="2898774"/>
          </a:xfrm>
          <a:prstGeom prst="roundRect">
            <a:avLst>
              <a:gd name="adj" fmla="val 3590"/>
            </a:avLst>
          </a:prstGeom>
          <a:solidFill>
            <a:schemeClr val="bg1">
              <a:alpha val="85000"/>
            </a:schemeClr>
          </a:solidFill>
          <a:ln>
            <a:noFill/>
          </a:ln>
          <a:effectLst>
            <a:outerShdw blurRad="698500" dist="292100" dir="8100000" sx="92000" sy="92000" algn="tr" rotWithShape="0">
              <a:srgbClr val="2F305B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6A1DB-5EAA-F53D-B897-8AA5378C364F}"/>
              </a:ext>
            </a:extLst>
          </p:cNvPr>
          <p:cNvSpPr txBox="1"/>
          <p:nvPr/>
        </p:nvSpPr>
        <p:spPr>
          <a:xfrm flipH="1">
            <a:off x="6499439" y="5012903"/>
            <a:ext cx="4075966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30000"/>
              </a:lnSpc>
            </a:pPr>
            <a:r>
              <a:rPr lang="ar-EG" sz="1400" dirty="0">
                <a:solidFill>
                  <a:srgbClr val="3C454E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 لقد تم توليد هذا النص من مولد النص.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9EA8D0-594C-5C94-9634-DCCC8CBE9148}"/>
              </a:ext>
            </a:extLst>
          </p:cNvPr>
          <p:cNvGrpSpPr/>
          <p:nvPr/>
        </p:nvGrpSpPr>
        <p:grpSpPr>
          <a:xfrm flipH="1">
            <a:off x="8856477" y="3252570"/>
            <a:ext cx="1642727" cy="1642733"/>
            <a:chOff x="1429318" y="3508068"/>
            <a:chExt cx="1642727" cy="164273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018BB3B-8B3A-F423-8A83-57E36FF610D7}"/>
                </a:ext>
              </a:extLst>
            </p:cNvPr>
            <p:cNvSpPr/>
            <p:nvPr/>
          </p:nvSpPr>
          <p:spPr>
            <a:xfrm rot="16200000">
              <a:off x="1429315" y="3508071"/>
              <a:ext cx="1642733" cy="1642727"/>
            </a:xfrm>
            <a:prstGeom prst="ellipse">
              <a:avLst/>
            </a:prstGeom>
            <a:gradFill flip="none" rotWithShape="1">
              <a:gsLst>
                <a:gs pos="0">
                  <a:srgbClr val="C0D684"/>
                </a:gs>
                <a:gs pos="80000">
                  <a:srgbClr val="00746B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330200" dist="152400" dir="8100000" sx="92000" sy="92000" algn="tr" rotWithShape="0">
                <a:schemeClr val="accent3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AD8377-0D13-A960-F647-EB4ABB2C4BB0}"/>
                </a:ext>
              </a:extLst>
            </p:cNvPr>
            <p:cNvSpPr txBox="1"/>
            <p:nvPr/>
          </p:nvSpPr>
          <p:spPr>
            <a:xfrm>
              <a:off x="1723329" y="3830532"/>
              <a:ext cx="1054704" cy="60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90000"/>
                </a:lnSpc>
              </a:pPr>
              <a:r>
                <a:rPr lang="en-US" sz="3600" dirty="0">
                  <a:solidFill>
                    <a:schemeClr val="bg1"/>
                  </a:solidFill>
                </a:rPr>
                <a:t>98</a:t>
              </a:r>
              <a:r>
                <a:rPr lang="en-US" sz="2400" dirty="0">
                  <a:solidFill>
                    <a:schemeClr val="bg1"/>
                  </a:solidFill>
                </a:rPr>
                <a:t>%</a:t>
              </a:r>
              <a:endParaRPr lang="en-ID" sz="360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52B1B6-AE3E-05A0-6D3B-00D0EF84E9AE}"/>
                </a:ext>
              </a:extLst>
            </p:cNvPr>
            <p:cNvSpPr txBox="1"/>
            <p:nvPr/>
          </p:nvSpPr>
          <p:spPr>
            <a:xfrm>
              <a:off x="1723329" y="4309779"/>
              <a:ext cx="1054706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10000"/>
                </a:lnSpc>
              </a:pPr>
              <a:r>
                <a:rPr lang="ar-EG" sz="1400" dirty="0">
                  <a:solidFill>
                    <a:schemeClr val="bg1"/>
                  </a:solidFill>
                  <a:latin typeface="IBM Plex Sans Arabic" panose="020B0503050203000203" pitchFamily="34" charset="-78"/>
                  <a:cs typeface="IBM Plex Sans Arabic" panose="020B0503050203000203" pitchFamily="34" charset="-78"/>
                </a:rPr>
                <a:t>اكتب وصف هنـــا</a:t>
              </a:r>
              <a:endParaRPr lang="en-ID" sz="1400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DDFC1E-E3F9-23B9-00C1-687EAB8F42D8}"/>
              </a:ext>
            </a:extLst>
          </p:cNvPr>
          <p:cNvGrpSpPr/>
          <p:nvPr/>
        </p:nvGrpSpPr>
        <p:grpSpPr>
          <a:xfrm flipH="1">
            <a:off x="6876586" y="3252570"/>
            <a:ext cx="1642727" cy="1642733"/>
            <a:chOff x="3485409" y="3508068"/>
            <a:chExt cx="1642727" cy="1642733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76A810C-3537-9830-CE5B-5CEAAE7E75D0}"/>
                </a:ext>
              </a:extLst>
            </p:cNvPr>
            <p:cNvSpPr/>
            <p:nvPr/>
          </p:nvSpPr>
          <p:spPr>
            <a:xfrm rot="16200000">
              <a:off x="3485406" y="3508071"/>
              <a:ext cx="1642733" cy="1642727"/>
            </a:xfrm>
            <a:prstGeom prst="ellipse">
              <a:avLst/>
            </a:prstGeom>
            <a:gradFill flip="none" rotWithShape="1">
              <a:gsLst>
                <a:gs pos="0">
                  <a:srgbClr val="00A295"/>
                </a:gs>
                <a:gs pos="79000">
                  <a:srgbClr val="B59A65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330200" dist="152400" dir="8100000" sx="92000" sy="92000" algn="tr" rotWithShape="0">
                <a:schemeClr val="accent3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1AC3F0-D2E6-61A9-176B-9D05DD4CF326}"/>
                </a:ext>
              </a:extLst>
            </p:cNvPr>
            <p:cNvSpPr txBox="1"/>
            <p:nvPr/>
          </p:nvSpPr>
          <p:spPr>
            <a:xfrm>
              <a:off x="3798802" y="3830532"/>
              <a:ext cx="1015941" cy="60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90000"/>
                </a:lnSpc>
              </a:pPr>
              <a:r>
                <a:rPr lang="en-US" sz="3600" dirty="0">
                  <a:solidFill>
                    <a:schemeClr val="bg1"/>
                  </a:solidFill>
                </a:rPr>
                <a:t>36</a:t>
              </a:r>
              <a:r>
                <a:rPr lang="en-US" sz="2400" dirty="0">
                  <a:solidFill>
                    <a:schemeClr val="bg1"/>
                  </a:solidFill>
                </a:rPr>
                <a:t>%</a:t>
              </a:r>
              <a:endParaRPr lang="en-ID" sz="36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111FDD-2171-040A-7C7D-DA4E9A6F47CC}"/>
                </a:ext>
              </a:extLst>
            </p:cNvPr>
            <p:cNvSpPr txBox="1"/>
            <p:nvPr/>
          </p:nvSpPr>
          <p:spPr>
            <a:xfrm>
              <a:off x="3798802" y="4309779"/>
              <a:ext cx="1015940" cy="56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10000"/>
                </a:lnSpc>
              </a:pPr>
              <a:r>
                <a:rPr lang="ar-EG" sz="1400" dirty="0">
                  <a:solidFill>
                    <a:schemeClr val="bg1"/>
                  </a:solidFill>
                  <a:latin typeface="IBM Plex Sans Arabic" panose="020B0503050203000203" pitchFamily="34" charset="-78"/>
                  <a:cs typeface="IBM Plex Sans Arabic" panose="020B0503050203000203" pitchFamily="34" charset="-78"/>
                </a:rPr>
                <a:t>اكتب وصف هنـــا</a:t>
              </a:r>
              <a:endParaRPr lang="en-ID" sz="1400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6E944A3-A9F9-9391-3FBC-B3A4410A345D}"/>
              </a:ext>
            </a:extLst>
          </p:cNvPr>
          <p:cNvSpPr txBox="1"/>
          <p:nvPr/>
        </p:nvSpPr>
        <p:spPr>
          <a:xfrm flipH="1">
            <a:off x="2498772" y="1008135"/>
            <a:ext cx="8517573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90000"/>
              </a:lnSpc>
            </a:pPr>
            <a:r>
              <a:rPr lang="ar-EG" sz="44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rPr>
              <a:t>العـنــــــوان الرئيـسـي</a:t>
            </a:r>
            <a:endParaRPr lang="en-ID" sz="4400" dirty="0">
              <a:solidFill>
                <a:srgbClr val="00746B"/>
              </a:solidFill>
              <a:latin typeface="IBM Plex Sans Arabic Medium" panose="020B0503050203000203" pitchFamily="34" charset="-78"/>
              <a:cs typeface="IBM Plex Sans Arabic Medium" panose="020B0503050203000203" pitchFamily="34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2A833F-BD04-B12A-E139-A59EE2BF83D5}"/>
              </a:ext>
            </a:extLst>
          </p:cNvPr>
          <p:cNvSpPr txBox="1"/>
          <p:nvPr/>
        </p:nvSpPr>
        <p:spPr>
          <a:xfrm flipH="1">
            <a:off x="1035323" y="1989434"/>
            <a:ext cx="9981022" cy="35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ed Hat Display Light" panose="02010303040201060303" pitchFamily="2" charset="0"/>
                <a:cs typeface="Red Hat Display Light" panose="02010303040201060303" pitchFamily="2" charset="0"/>
              </a:defRPr>
            </a:lvl1pPr>
          </a:lstStyle>
          <a:p>
            <a:pPr algn="r" rtl="1">
              <a:lnSpc>
                <a:spcPct val="130000"/>
              </a:lnSpc>
            </a:pPr>
            <a:r>
              <a:rPr lang="ar-EG" sz="1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هذا النص هو مثال لنص يمكن أن يستبدل في نفس المساحة لقد تم توليد هذا النص من مولد النص العربي حيث يمكنك أن تولد.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63C250BA-E9EA-D901-DB98-5EE45E043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349502"/>
              </p:ext>
            </p:extLst>
          </p:nvPr>
        </p:nvGraphicFramePr>
        <p:xfrm>
          <a:off x="1353151" y="3140566"/>
          <a:ext cx="5008642" cy="2466975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614058">
                  <a:extLst>
                    <a:ext uri="{9D8B030D-6E8A-4147-A177-3AD203B41FA5}">
                      <a16:colId xmlns:a16="http://schemas.microsoft.com/office/drawing/2014/main" val="1058751604"/>
                    </a:ext>
                  </a:extLst>
                </a:gridCol>
                <a:gridCol w="1908307">
                  <a:extLst>
                    <a:ext uri="{9D8B030D-6E8A-4147-A177-3AD203B41FA5}">
                      <a16:colId xmlns:a16="http://schemas.microsoft.com/office/drawing/2014/main" val="1265401989"/>
                    </a:ext>
                  </a:extLst>
                </a:gridCol>
                <a:gridCol w="790309">
                  <a:extLst>
                    <a:ext uri="{9D8B030D-6E8A-4147-A177-3AD203B41FA5}">
                      <a16:colId xmlns:a16="http://schemas.microsoft.com/office/drawing/2014/main" val="3209969680"/>
                    </a:ext>
                  </a:extLst>
                </a:gridCol>
                <a:gridCol w="843546">
                  <a:extLst>
                    <a:ext uri="{9D8B030D-6E8A-4147-A177-3AD203B41FA5}">
                      <a16:colId xmlns:a16="http://schemas.microsoft.com/office/drawing/2014/main" val="3525883328"/>
                    </a:ext>
                  </a:extLst>
                </a:gridCol>
                <a:gridCol w="852422">
                  <a:extLst>
                    <a:ext uri="{9D8B030D-6E8A-4147-A177-3AD203B41FA5}">
                      <a16:colId xmlns:a16="http://schemas.microsoft.com/office/drawing/2014/main" val="592701308"/>
                    </a:ext>
                  </a:extLst>
                </a:gridCol>
              </a:tblGrid>
              <a:tr h="605107">
                <a:tc>
                  <a:txBody>
                    <a:bodyPr/>
                    <a:lstStyle/>
                    <a:p>
                      <a:pPr algn="ctr" rtl="1"/>
                      <a:endParaRPr lang="en-US" sz="10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800" b="0" i="0" spc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المنتج</a:t>
                      </a:r>
                      <a:endParaRPr lang="en-US" sz="1800" b="0" i="0" spc="0" dirty="0">
                        <a:solidFill>
                          <a:schemeClr val="bg1"/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45000">
                          <a:srgbClr val="00746B"/>
                        </a:gs>
                        <a:gs pos="100000">
                          <a:srgbClr val="00A295"/>
                        </a:gs>
                      </a:gsLst>
                      <a:lin ang="30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800" b="0" i="0" spc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ص</a:t>
                      </a:r>
                      <a:r>
                        <a:rPr lang="ar-EG" sz="1800" b="0" spc="0" dirty="0">
                          <a:solidFill>
                            <a:schemeClr val="bg1"/>
                          </a:solidFill>
                          <a:latin typeface="+mj-lt"/>
                          <a:cs typeface="+mj-cs"/>
                        </a:rPr>
                        <a:t> 1</a:t>
                      </a:r>
                      <a:endParaRPr lang="en-US" sz="1800" b="0" spc="0" dirty="0">
                        <a:solidFill>
                          <a:schemeClr val="bg1"/>
                        </a:solidFill>
                        <a:latin typeface="+mj-lt"/>
                        <a:cs typeface="+mj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45000">
                          <a:srgbClr val="00746B"/>
                        </a:gs>
                        <a:gs pos="100000">
                          <a:srgbClr val="00A295"/>
                        </a:gs>
                      </a:gsLst>
                      <a:lin ang="30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800" b="0" i="0" spc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ص</a:t>
                      </a:r>
                      <a:r>
                        <a:rPr lang="ar-EG" sz="1800" b="0" spc="0" dirty="0">
                          <a:solidFill>
                            <a:schemeClr val="bg1"/>
                          </a:solidFill>
                          <a:latin typeface="+mj-lt"/>
                          <a:cs typeface="+mj-cs"/>
                        </a:rPr>
                        <a:t> 2</a:t>
                      </a:r>
                      <a:endParaRPr lang="en-US" sz="1800" b="0" spc="0" dirty="0">
                        <a:solidFill>
                          <a:schemeClr val="bg1"/>
                        </a:solidFill>
                        <a:latin typeface="+mj-lt"/>
                        <a:cs typeface="+mj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45000">
                          <a:srgbClr val="00746B"/>
                        </a:gs>
                        <a:gs pos="100000">
                          <a:srgbClr val="00A295"/>
                        </a:gs>
                      </a:gsLst>
                      <a:lin ang="30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800" b="0" i="0" spc="0" dirty="0">
                          <a:solidFill>
                            <a:schemeClr val="bg1"/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ص</a:t>
                      </a:r>
                      <a:r>
                        <a:rPr lang="ar-EG" sz="1800" b="0" spc="0" dirty="0">
                          <a:solidFill>
                            <a:schemeClr val="bg1"/>
                          </a:solidFill>
                          <a:latin typeface="+mj-lt"/>
                          <a:cs typeface="+mj-cs"/>
                        </a:rPr>
                        <a:t> 3</a:t>
                      </a:r>
                      <a:endParaRPr lang="en-US" sz="1800" b="0" spc="0" dirty="0">
                        <a:solidFill>
                          <a:schemeClr val="bg1"/>
                        </a:solidFill>
                        <a:latin typeface="+mj-lt"/>
                        <a:cs typeface="+mj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45000">
                          <a:srgbClr val="00746B"/>
                        </a:gs>
                        <a:gs pos="100000">
                          <a:srgbClr val="00A295"/>
                        </a:gs>
                      </a:gsLst>
                      <a:lin ang="30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60489524"/>
                  </a:ext>
                </a:extLst>
              </a:tr>
              <a:tr h="465467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0" dirty="0">
                          <a:solidFill>
                            <a:schemeClr val="accent1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6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rtl="1"/>
                      <a:r>
                        <a:rPr lang="ar-EG" sz="14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جدول المنتج</a:t>
                      </a:r>
                      <a:endParaRPr lang="en-US" sz="1400" b="0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83530"/>
                  </a:ext>
                </a:extLst>
              </a:tr>
              <a:tr h="465467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0" dirty="0">
                          <a:solidFill>
                            <a:schemeClr val="accent1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6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rtl="1"/>
                      <a:r>
                        <a:rPr lang="ar-EG" sz="14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جدول المنتج</a:t>
                      </a:r>
                      <a:endParaRPr lang="en-US" sz="1400" b="0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051798"/>
                  </a:ext>
                </a:extLst>
              </a:tr>
              <a:tr h="465467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0" dirty="0">
                          <a:solidFill>
                            <a:schemeClr val="accent1"/>
                          </a:solidFill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6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rtl="1"/>
                      <a:r>
                        <a:rPr lang="ar-EG" sz="14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جدول المنتج</a:t>
                      </a:r>
                      <a:endParaRPr lang="en-US" sz="1400" b="0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alpha val="3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alpha val="3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479433"/>
                  </a:ext>
                </a:extLst>
              </a:tr>
              <a:tr h="465467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0" dirty="0">
                          <a:solidFill>
                            <a:schemeClr val="accent1"/>
                          </a:solidFill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684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rtl="1"/>
                      <a:r>
                        <a:rPr lang="ar-EG" sz="14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BM Plex Sans Arabic" panose="020B0503050203000203" pitchFamily="34" charset="-78"/>
                          <a:cs typeface="IBM Plex Sans Arabic" panose="020B0503050203000203" pitchFamily="34" charset="-78"/>
                        </a:rPr>
                        <a:t>جدول المنتج</a:t>
                      </a:r>
                      <a:endParaRPr lang="en-US" sz="1400" b="0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IBM Plex Sans Arabic" panose="020B0503050203000203" pitchFamily="34" charset="-78"/>
                        <a:cs typeface="IBM Plex Sans Arabic" panose="020B0503050203000203" pitchFamily="34" charset="-78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alpha val="3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alpha val="3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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740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389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E34D6AF-AB1C-A9D9-F431-4D1606B95F0D}"/>
              </a:ext>
            </a:extLst>
          </p:cNvPr>
          <p:cNvSpPr/>
          <p:nvPr/>
        </p:nvSpPr>
        <p:spPr>
          <a:xfrm>
            <a:off x="1234993" y="2282563"/>
            <a:ext cx="9722015" cy="3471970"/>
          </a:xfrm>
          <a:prstGeom prst="roundRect">
            <a:avLst/>
          </a:prstGeom>
          <a:gradFill flip="none" rotWithShape="1">
            <a:gsLst>
              <a:gs pos="88000">
                <a:srgbClr val="FFDB26">
                  <a:alpha val="0"/>
                </a:srgbClr>
              </a:gs>
              <a:gs pos="19000">
                <a:srgbClr val="00A295">
                  <a:alpha val="58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5D89253-8B6D-56C3-8DA3-1A3038904510}"/>
              </a:ext>
            </a:extLst>
          </p:cNvPr>
          <p:cNvGrpSpPr/>
          <p:nvPr/>
        </p:nvGrpSpPr>
        <p:grpSpPr>
          <a:xfrm>
            <a:off x="1837214" y="1065286"/>
            <a:ext cx="8517573" cy="718658"/>
            <a:chOff x="1837213" y="1065286"/>
            <a:chExt cx="8517573" cy="71865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36E27E-0801-DAC8-F7D2-C574227E5F66}"/>
                </a:ext>
              </a:extLst>
            </p:cNvPr>
            <p:cNvSpPr txBox="1"/>
            <p:nvPr/>
          </p:nvSpPr>
          <p:spPr>
            <a:xfrm flipH="1">
              <a:off x="1837213" y="1065286"/>
              <a:ext cx="8517573" cy="718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90000"/>
                </a:lnSpc>
              </a:pPr>
              <a:r>
                <a:rPr lang="ar-EG" sz="4400" dirty="0">
                  <a:solidFill>
                    <a:srgbClr val="00746B"/>
                  </a:solidFill>
                  <a:latin typeface="IBM Plex Sans Arabic Medium" panose="020B0503050203000203" pitchFamily="34" charset="-78"/>
                  <a:cs typeface="IBM Plex Sans Arabic Medium" panose="020B0503050203000203" pitchFamily="34" charset="-78"/>
                </a:rPr>
                <a:t>الأيــــقـــونــــــــــــــــــــات</a:t>
              </a:r>
              <a:endParaRPr lang="en-ID" sz="44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endParaRPr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F7E45822-98E8-5976-290B-9E196E03437C}"/>
                </a:ext>
              </a:extLst>
            </p:cNvPr>
            <p:cNvSpPr/>
            <p:nvPr/>
          </p:nvSpPr>
          <p:spPr>
            <a:xfrm>
              <a:off x="8248444" y="1334208"/>
              <a:ext cx="784744" cy="69803"/>
            </a:xfrm>
            <a:prstGeom prst="hexagon">
              <a:avLst/>
            </a:prstGeom>
            <a:solidFill>
              <a:srgbClr val="B59A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0644BD05-058B-25C3-F54F-F991EF2AED72}"/>
                </a:ext>
              </a:extLst>
            </p:cNvPr>
            <p:cNvSpPr/>
            <p:nvPr/>
          </p:nvSpPr>
          <p:spPr>
            <a:xfrm>
              <a:off x="3085178" y="1334208"/>
              <a:ext cx="784744" cy="69803"/>
            </a:xfrm>
            <a:prstGeom prst="hexagon">
              <a:avLst/>
            </a:prstGeom>
            <a:solidFill>
              <a:srgbClr val="B59A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EC19DA45-7930-EB05-E876-5CD0AE231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918" y="3048000"/>
            <a:ext cx="431800" cy="3302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224FDC1-841B-0A55-3E4F-5C58541AB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324" y="2997200"/>
            <a:ext cx="342900" cy="431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B39FAF6-5C49-B3FF-2A09-1884744D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130" y="3009900"/>
            <a:ext cx="444500" cy="4064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A3F6843-4283-6BB4-B663-536AEFC9C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136" y="2997200"/>
            <a:ext cx="368300" cy="4318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CB816E1-9E36-05B4-ACDF-6F51E7EA9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4642" y="2997200"/>
            <a:ext cx="431800" cy="431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046109B-358C-A7C9-31C0-0698229758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5948" y="3003550"/>
            <a:ext cx="381000" cy="4191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6B31EA8-F9EE-D68C-D4E8-E69AFF6CFC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3754" y="3048000"/>
            <a:ext cx="444500" cy="330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37CABBE-7800-8DE6-64AF-A424C57D40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8860" y="2997200"/>
            <a:ext cx="457200" cy="4318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02C7A6C-BD79-B239-8304-A93A8B450D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9366" y="2997200"/>
            <a:ext cx="431800" cy="4318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01F0085-BDC9-4B87-6B09-A1DCD0A189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6418" y="3896296"/>
            <a:ext cx="304800" cy="4318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EC8E350-75B7-11D2-5E39-046A647960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2691" y="3896178"/>
            <a:ext cx="431800" cy="4318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57A5564-8549-790D-1A3A-D519515C78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578" y="3896178"/>
            <a:ext cx="431800" cy="444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DF8D378-DCE7-223C-67A0-189E2CA8B5A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4286" y="3972378"/>
            <a:ext cx="508000" cy="2921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A9E2D15-CD19-315A-B9DA-22DDB7BB2F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20530" y="3896178"/>
            <a:ext cx="406400" cy="4064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5C583B6-9462-7775-D861-5F4D56B51BC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4048" y="3877128"/>
            <a:ext cx="304800" cy="4826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FE12485-1D15-8D3F-E91F-35DB95D1D7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63754" y="3845378"/>
            <a:ext cx="355600" cy="457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ED9590D-3DEF-6AB8-627E-1A0F1EE998A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3086" y="3946978"/>
            <a:ext cx="393700" cy="3937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7103394-940F-4037-76A7-E74885F757C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49806" y="3889828"/>
            <a:ext cx="368300" cy="4699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E0FBFBB-EB55-F2BC-E9DB-A2CF7220748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38224" y="4683901"/>
            <a:ext cx="317500" cy="5715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97ABCEF-43B5-B41E-A191-01666CA9DF6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44497" y="4747401"/>
            <a:ext cx="431800" cy="4445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2605E70-03F0-2A6A-F8FB-2EB61A4AA01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24384" y="4747401"/>
            <a:ext cx="444500" cy="4445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D21BBA2-49BF-096C-364E-54611C545AE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69828" y="4747283"/>
            <a:ext cx="444500" cy="3937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9D8E0E5-B6A6-49CF-768F-E72C068A957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34236" y="4774653"/>
            <a:ext cx="444500" cy="3683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54A1F43-B664-5371-D232-0E58A18B75E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86004" y="4702715"/>
            <a:ext cx="444500" cy="3556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F36D1F0-3F4C-3AE2-7C55-BDAD787F040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02860" y="4698453"/>
            <a:ext cx="3683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47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E34D6AF-AB1C-A9D9-F431-4D1606B95F0D}"/>
              </a:ext>
            </a:extLst>
          </p:cNvPr>
          <p:cNvSpPr/>
          <p:nvPr/>
        </p:nvSpPr>
        <p:spPr>
          <a:xfrm>
            <a:off x="1234993" y="2282563"/>
            <a:ext cx="9722015" cy="3471970"/>
          </a:xfrm>
          <a:prstGeom prst="roundRect">
            <a:avLst/>
          </a:prstGeom>
          <a:gradFill flip="none" rotWithShape="1">
            <a:gsLst>
              <a:gs pos="88000">
                <a:srgbClr val="FFDB26">
                  <a:alpha val="0"/>
                </a:srgbClr>
              </a:gs>
              <a:gs pos="19000">
                <a:srgbClr val="00A295">
                  <a:alpha val="58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746B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86792-7973-4EF7-B8C4-83413B7F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304" y="2813208"/>
            <a:ext cx="431800" cy="33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5FA178-6E52-ABBA-8291-508100269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888" y="2762408"/>
            <a:ext cx="342900" cy="43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2FD12C-D22F-5622-E7D2-94CA4BE31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733" y="2775108"/>
            <a:ext cx="444500" cy="40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E60F95-9A76-01E3-2632-B77888BDA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268" y="2762408"/>
            <a:ext cx="368300" cy="431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7BC7A9-37EC-10F2-49F7-6CB2C806B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813" y="2762408"/>
            <a:ext cx="431800" cy="431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87415F-5618-7293-CC7E-CD0861BE0B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653" y="2768758"/>
            <a:ext cx="381000" cy="41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C63739-EB79-6121-F3E2-A9DE23C6CF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9145" y="2813208"/>
            <a:ext cx="444500" cy="330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DFF672-E627-5F8B-2A8E-5252AAD78B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4341" y="2762408"/>
            <a:ext cx="457200" cy="431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A554AB-90F2-0A7C-CBB2-9FFF4AC2FC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7485" y="2762408"/>
            <a:ext cx="431800" cy="43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DABCC8-342C-A588-FD8E-B0DDFDFADB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6804" y="3799283"/>
            <a:ext cx="304800" cy="431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BBAE10-9C32-E010-4B4B-2478EB5A81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4438" y="3894533"/>
            <a:ext cx="431800" cy="43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335713-108F-2C0B-38AD-177506317F0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4713" y="3888183"/>
            <a:ext cx="431800" cy="444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01C5FC-F532-DB0A-49E5-73286C661D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18751" y="3964383"/>
            <a:ext cx="508000" cy="292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1B8B1F-7886-A67B-8FA4-3F063BB322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87513" y="3907233"/>
            <a:ext cx="406400" cy="406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126695-30E8-76E3-6F9B-BE0D14AF9F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77853" y="3869133"/>
            <a:ext cx="304800" cy="482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04986EA-21AC-AFA3-7151-17EABEBAE04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7393" y="3881833"/>
            <a:ext cx="3556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3B940A0-62D7-D378-9A70-D434168EC33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85398" y="3913583"/>
            <a:ext cx="393700" cy="3937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32B3CCE-0BC2-9CC1-2195-E8D18B4108E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90985" y="3875483"/>
            <a:ext cx="368300" cy="469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ACB07B8-01B6-4584-4ADB-48E9A68BAC1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74438" y="4894971"/>
            <a:ext cx="317500" cy="5715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1B71DCA-40A3-9B38-06CE-05A2D89D56C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20144" y="4964142"/>
            <a:ext cx="431800" cy="444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DD6094-6740-16F0-493B-AF21736227C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53150" y="4945450"/>
            <a:ext cx="444500" cy="444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3E8BAEA-3D1D-A3F2-17B0-3DE65A94E5D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86157" y="4970850"/>
            <a:ext cx="444500" cy="3937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276C8BB-19ED-54AB-DA79-902E72EEA1E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19164" y="4999112"/>
            <a:ext cx="444500" cy="3683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0BA340B-6D30-97D9-7244-8E919A1789D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52170" y="4948312"/>
            <a:ext cx="444500" cy="355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86D174-5C10-33C6-A0CC-14843DFB15E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61377" y="4903862"/>
            <a:ext cx="368300" cy="44450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5D89253-8B6D-56C3-8DA3-1A3038904510}"/>
              </a:ext>
            </a:extLst>
          </p:cNvPr>
          <p:cNvGrpSpPr/>
          <p:nvPr/>
        </p:nvGrpSpPr>
        <p:grpSpPr>
          <a:xfrm>
            <a:off x="1837214" y="1065286"/>
            <a:ext cx="8517573" cy="718658"/>
            <a:chOff x="1837213" y="1065286"/>
            <a:chExt cx="8517573" cy="71865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36E27E-0801-DAC8-F7D2-C574227E5F66}"/>
                </a:ext>
              </a:extLst>
            </p:cNvPr>
            <p:cNvSpPr txBox="1"/>
            <p:nvPr/>
          </p:nvSpPr>
          <p:spPr>
            <a:xfrm flipH="1">
              <a:off x="1837213" y="1065286"/>
              <a:ext cx="8517573" cy="718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90000"/>
                </a:lnSpc>
              </a:pPr>
              <a:r>
                <a:rPr lang="ar-EG" sz="4400" dirty="0">
                  <a:solidFill>
                    <a:srgbClr val="00746B"/>
                  </a:solidFill>
                  <a:latin typeface="IBM Plex Sans Arabic Medium" panose="020B0503050203000203" pitchFamily="34" charset="-78"/>
                  <a:cs typeface="IBM Plex Sans Arabic Medium" panose="020B0503050203000203" pitchFamily="34" charset="-78"/>
                </a:rPr>
                <a:t>الأيــــقـــونــــــــــــــــــــات</a:t>
              </a:r>
              <a:endParaRPr lang="en-ID" sz="44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endParaRPr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F7E45822-98E8-5976-290B-9E196E03437C}"/>
                </a:ext>
              </a:extLst>
            </p:cNvPr>
            <p:cNvSpPr/>
            <p:nvPr/>
          </p:nvSpPr>
          <p:spPr>
            <a:xfrm>
              <a:off x="8248444" y="1334208"/>
              <a:ext cx="784744" cy="69803"/>
            </a:xfrm>
            <a:prstGeom prst="hexagon">
              <a:avLst/>
            </a:prstGeom>
            <a:solidFill>
              <a:srgbClr val="B59A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0644BD05-058B-25C3-F54F-F991EF2AED72}"/>
                </a:ext>
              </a:extLst>
            </p:cNvPr>
            <p:cNvSpPr/>
            <p:nvPr/>
          </p:nvSpPr>
          <p:spPr>
            <a:xfrm>
              <a:off x="3085178" y="1334208"/>
              <a:ext cx="784744" cy="69803"/>
            </a:xfrm>
            <a:prstGeom prst="hexagon">
              <a:avLst/>
            </a:prstGeom>
            <a:solidFill>
              <a:srgbClr val="B59A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1585215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E34D6AF-AB1C-A9D9-F431-4D1606B95F0D}"/>
              </a:ext>
            </a:extLst>
          </p:cNvPr>
          <p:cNvSpPr/>
          <p:nvPr/>
        </p:nvSpPr>
        <p:spPr>
          <a:xfrm>
            <a:off x="1234993" y="2282563"/>
            <a:ext cx="9722015" cy="3471970"/>
          </a:xfrm>
          <a:prstGeom prst="roundRect">
            <a:avLst/>
          </a:prstGeom>
          <a:gradFill flip="none" rotWithShape="1">
            <a:gsLst>
              <a:gs pos="87000">
                <a:srgbClr val="00A295"/>
              </a:gs>
              <a:gs pos="19000">
                <a:srgbClr val="00A295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3C454E">
                <a:alpha val="3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5D89253-8B6D-56C3-8DA3-1A3038904510}"/>
              </a:ext>
            </a:extLst>
          </p:cNvPr>
          <p:cNvGrpSpPr/>
          <p:nvPr/>
        </p:nvGrpSpPr>
        <p:grpSpPr>
          <a:xfrm>
            <a:off x="1837214" y="1065286"/>
            <a:ext cx="8517573" cy="718658"/>
            <a:chOff x="1837213" y="1065286"/>
            <a:chExt cx="8517573" cy="71865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36E27E-0801-DAC8-F7D2-C574227E5F66}"/>
                </a:ext>
              </a:extLst>
            </p:cNvPr>
            <p:cNvSpPr txBox="1"/>
            <p:nvPr/>
          </p:nvSpPr>
          <p:spPr>
            <a:xfrm flipH="1">
              <a:off x="1837213" y="1065286"/>
              <a:ext cx="8517573" cy="718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90000"/>
                </a:lnSpc>
              </a:pPr>
              <a:r>
                <a:rPr lang="ar-EG" sz="4400" dirty="0">
                  <a:solidFill>
                    <a:srgbClr val="00746B"/>
                  </a:solidFill>
                  <a:latin typeface="IBM Plex Sans Arabic Medium" panose="020B0503050203000203" pitchFamily="34" charset="-78"/>
                  <a:cs typeface="IBM Plex Sans Arabic Medium" panose="020B0503050203000203" pitchFamily="34" charset="-78"/>
                </a:rPr>
                <a:t>الأيــــقـــونــــــــــــــــــــات</a:t>
              </a:r>
              <a:endParaRPr lang="en-ID" sz="4400" dirty="0">
                <a:solidFill>
                  <a:srgbClr val="00746B"/>
                </a:solidFill>
                <a:latin typeface="IBM Plex Sans Arabic Medium" panose="020B0503050203000203" pitchFamily="34" charset="-78"/>
                <a:cs typeface="IBM Plex Sans Arabic Medium" panose="020B0503050203000203" pitchFamily="34" charset="-78"/>
              </a:endParaRPr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F7E45822-98E8-5976-290B-9E196E03437C}"/>
                </a:ext>
              </a:extLst>
            </p:cNvPr>
            <p:cNvSpPr/>
            <p:nvPr/>
          </p:nvSpPr>
          <p:spPr>
            <a:xfrm>
              <a:off x="8248444" y="1334208"/>
              <a:ext cx="784744" cy="69803"/>
            </a:xfrm>
            <a:prstGeom prst="hexagon">
              <a:avLst/>
            </a:prstGeom>
            <a:solidFill>
              <a:srgbClr val="B59A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0644BD05-058B-25C3-F54F-F991EF2AED72}"/>
                </a:ext>
              </a:extLst>
            </p:cNvPr>
            <p:cNvSpPr/>
            <p:nvPr/>
          </p:nvSpPr>
          <p:spPr>
            <a:xfrm>
              <a:off x="3085178" y="1334208"/>
              <a:ext cx="784744" cy="69803"/>
            </a:xfrm>
            <a:prstGeom prst="hexagon">
              <a:avLst/>
            </a:prstGeom>
            <a:solidFill>
              <a:srgbClr val="B59A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380D1B4-D168-757E-7ED7-75434EAB7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830" y="2971416"/>
            <a:ext cx="431800" cy="330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6E69FD-DB51-A534-F8C1-C6365FB1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504" y="2920616"/>
            <a:ext cx="342900" cy="431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701869-9008-014C-3A5B-B2A19D369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373" y="2933316"/>
            <a:ext cx="444500" cy="40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8F72F1-5563-1331-C19A-4841C2461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442" y="2920616"/>
            <a:ext cx="368300" cy="4318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2BFCD7E-09B0-C9B8-D163-8D16EE8F2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6216" y="2920616"/>
            <a:ext cx="431800" cy="4318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E60ED82-8BA9-82D6-CEC1-1E4AB72E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410" y="2926966"/>
            <a:ext cx="381000" cy="4191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32039E7-4F7B-0AE8-1762-02B83BBDF7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947" y="2971416"/>
            <a:ext cx="444500" cy="3302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C15BF29-2ED7-935F-94DC-2B71840993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4128" y="2920616"/>
            <a:ext cx="457200" cy="4318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E1ACCDA-2EA9-B786-62B8-005DFF1F9D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0902" y="2920616"/>
            <a:ext cx="431800" cy="4318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66A3E8C-8D3D-4C11-71B6-E3538574AF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9330" y="3721864"/>
            <a:ext cx="304800" cy="431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E3E193C-36CF-40F6-8D25-0505164D0A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7054" y="3721864"/>
            <a:ext cx="431800" cy="4318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F98D53E-C571-EBA4-C686-ED9E1D2304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6645" y="3709164"/>
            <a:ext cx="431800" cy="4445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7BFE925-CEDE-2811-0BE9-A016050EBC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9592" y="3791714"/>
            <a:ext cx="508000" cy="2921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D542498-F16C-A0BB-CE8F-594CDC6DE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13084" y="3694653"/>
            <a:ext cx="406400" cy="406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D6F627D-FA6E-F999-B34D-4168D947428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98176" y="3666391"/>
            <a:ext cx="304800" cy="4826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2964928-3E99-2EF2-FC4C-099E066EBB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56397" y="3637171"/>
            <a:ext cx="355600" cy="4572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5B58F50-9F25-DA13-80D9-6F83CFDE423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3076" y="3692842"/>
            <a:ext cx="393700" cy="3937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9D9AA5A-22E5-9EA8-22E5-62CA809658F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16207" y="3613914"/>
            <a:ext cx="368300" cy="4699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3C5E4CB-178C-8F15-D8BD-0BE5DD7D19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5222" y="4497662"/>
            <a:ext cx="317500" cy="5715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D06BA3C-429C-C859-4CC4-DA8A924F1F4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91081" y="4561162"/>
            <a:ext cx="431800" cy="4445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CF83031-49C7-E745-3844-1382AA03C23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44240" y="4561162"/>
            <a:ext cx="444500" cy="4445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286DA76-187A-4EB3-13C7-2CD511B65A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97399" y="4586562"/>
            <a:ext cx="444500" cy="3937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FBAA25D-EFA8-7DD1-9CD6-3DF60E9043D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50558" y="4599262"/>
            <a:ext cx="444500" cy="3683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E08CB4A-D422-DDEC-6588-77175E712E0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03717" y="4605612"/>
            <a:ext cx="444500" cy="3556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C5CF838-2576-6508-6198-CB63D468398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33076" y="4561162"/>
            <a:ext cx="3683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35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73195B-D804-464E-0D49-F33B134C5941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rgbClr val="007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7FBB3-ABDE-30CD-DC7A-3C81DB18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58" y="326112"/>
            <a:ext cx="9533479" cy="1390058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414287F-434A-29FB-B368-5B37F5BF5620}"/>
              </a:ext>
            </a:extLst>
          </p:cNvPr>
          <p:cNvSpPr/>
          <p:nvPr/>
        </p:nvSpPr>
        <p:spPr>
          <a:xfrm>
            <a:off x="2219948" y="2981951"/>
            <a:ext cx="7752098" cy="7752098"/>
          </a:xfrm>
          <a:prstGeom prst="ellipse">
            <a:avLst/>
          </a:prstGeom>
          <a:gradFill flip="none" rotWithShape="1">
            <a:gsLst>
              <a:gs pos="59000">
                <a:srgbClr val="00A295">
                  <a:alpha val="0"/>
                </a:srgbClr>
              </a:gs>
              <a:gs pos="0">
                <a:srgbClr val="00A29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7D5075-1A03-07B0-5CFE-08DC7ABA59FE}"/>
              </a:ext>
            </a:extLst>
          </p:cNvPr>
          <p:cNvSpPr/>
          <p:nvPr/>
        </p:nvSpPr>
        <p:spPr>
          <a:xfrm rot="2700000">
            <a:off x="6033902" y="5645995"/>
            <a:ext cx="124195" cy="124195"/>
          </a:xfrm>
          <a:prstGeom prst="roundRect">
            <a:avLst>
              <a:gd name="adj" fmla="val 10743"/>
            </a:avLst>
          </a:prstGeom>
          <a:solidFill>
            <a:srgbClr val="B59A65"/>
          </a:solidFill>
          <a:ln w="476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8E1067-FF71-6397-49A7-D9F83F2FE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961" y="6196023"/>
            <a:ext cx="2588079" cy="216076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06ECF0-8FF0-F6C2-17FF-9F11251B98F4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095998" y="5775638"/>
            <a:ext cx="3" cy="420385"/>
          </a:xfrm>
          <a:prstGeom prst="line">
            <a:avLst/>
          </a:prstGeom>
          <a:ln>
            <a:solidFill>
              <a:srgbClr val="00A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DAC89C1-12D9-443C-05B9-A2849CA4B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689" y="2012710"/>
            <a:ext cx="1420622" cy="21744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408FAD-1BBE-37F9-8CD9-6CC30DD43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964" y="4587073"/>
            <a:ext cx="1418073" cy="36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93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4386</TotalTime>
  <Words>497</Words>
  <Application>Microsoft Macintosh PowerPoint</Application>
  <PresentationFormat>شاشة عريضة</PresentationFormat>
  <Paragraphs>152</Paragraphs>
  <Slides>17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IBM Plex Sans Arabic</vt:lpstr>
      <vt:lpstr>IBM Plex Sans Arabic Medium</vt:lpstr>
      <vt:lpstr>IBM Plex Sans Arabic SemiBold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alfaifi</dc:creator>
  <cp:lastModifiedBy>عوادي الجابري</cp:lastModifiedBy>
  <cp:revision>28</cp:revision>
  <dcterms:created xsi:type="dcterms:W3CDTF">2024-12-21T19:18:17Z</dcterms:created>
  <dcterms:modified xsi:type="dcterms:W3CDTF">2026-05-03T07:08:28Z</dcterms:modified>
</cp:coreProperties>
</file>
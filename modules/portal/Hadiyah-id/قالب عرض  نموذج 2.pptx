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3" r:id="rId4"/>
    <p:sldId id="259" r:id="rId5"/>
    <p:sldId id="258" r:id="rId6"/>
    <p:sldId id="262" r:id="rId7"/>
    <p:sldId id="257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EA"/>
    <a:srgbClr val="B9A06B"/>
    <a:srgbClr val="FCEBBA"/>
    <a:srgbClr val="B59D6B"/>
    <a:srgbClr val="24A399"/>
    <a:srgbClr val="287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2FE27-338E-204C-90F6-679C9CA73565}" v="1" dt="2026-05-03T07:09:29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40"/>
    <p:restoredTop sz="94110"/>
  </p:normalViewPr>
  <p:slideViewPr>
    <p:cSldViewPr snapToGrid="0">
      <p:cViewPr>
        <p:scale>
          <a:sx n="73" d="100"/>
          <a:sy n="73" d="100"/>
        </p:scale>
        <p:origin x="25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عوادي الجابري" userId="f649f390-56b6-48da-8628-d83eece2f24f" providerId="ADAL" clId="{9A2B7A5F-215F-5047-9538-E727B9599755}"/>
    <pc:docChg chg="undo custSel modSld">
      <pc:chgData name="عوادي الجابري" userId="f649f390-56b6-48da-8628-d83eece2f24f" providerId="ADAL" clId="{9A2B7A5F-215F-5047-9538-E727B9599755}" dt="2026-05-03T07:09:54.152" v="12" actId="14100"/>
      <pc:docMkLst>
        <pc:docMk/>
      </pc:docMkLst>
      <pc:sldChg chg="addSp delSp modSp mod">
        <pc:chgData name="عوادي الجابري" userId="f649f390-56b6-48da-8628-d83eece2f24f" providerId="ADAL" clId="{9A2B7A5F-215F-5047-9538-E727B9599755}" dt="2026-05-03T07:09:54.152" v="12" actId="14100"/>
        <pc:sldMkLst>
          <pc:docMk/>
          <pc:sldMk cId="2568424519" sldId="256"/>
        </pc:sldMkLst>
        <pc:grpChg chg="mod">
          <ac:chgData name="عوادي الجابري" userId="f649f390-56b6-48da-8628-d83eece2f24f" providerId="ADAL" clId="{9A2B7A5F-215F-5047-9538-E727B9599755}" dt="2026-05-03T07:09:54.152" v="12" actId="14100"/>
          <ac:grpSpMkLst>
            <pc:docMk/>
            <pc:sldMk cId="2568424519" sldId="256"/>
            <ac:grpSpMk id="70" creationId="{2DBE14AF-75E3-D7EC-C5C9-5167A43175C3}"/>
          </ac:grpSpMkLst>
        </pc:grpChg>
        <pc:picChg chg="del">
          <ac:chgData name="عوادي الجابري" userId="f649f390-56b6-48da-8628-d83eece2f24f" providerId="ADAL" clId="{9A2B7A5F-215F-5047-9538-E727B9599755}" dt="2026-05-03T07:09:42.279" v="7" actId="478"/>
          <ac:picMkLst>
            <pc:docMk/>
            <pc:sldMk cId="2568424519" sldId="256"/>
            <ac:picMk id="2" creationId="{BFE1F122-9049-EC51-3569-66E417966A77}"/>
          </ac:picMkLst>
        </pc:picChg>
        <pc:picChg chg="add mod">
          <ac:chgData name="عوادي الجابري" userId="f649f390-56b6-48da-8628-d83eece2f24f" providerId="ADAL" clId="{9A2B7A5F-215F-5047-9538-E727B9599755}" dt="2026-05-03T07:09:50.897" v="10" actId="1076"/>
          <ac:picMkLst>
            <pc:docMk/>
            <pc:sldMk cId="2568424519" sldId="256"/>
            <ac:picMk id="3" creationId="{0119557A-EC51-7A3C-A2C3-49F4E173E0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324A032-E68A-C94B-9725-6BBA92D6ED83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FCD2786-0574-DC49-B78A-1593957ABC9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1276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D2786-0574-DC49-B78A-1593957ABC91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2966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عنوان">
    <p:bg>
      <p:bgPr>
        <a:gradFill>
          <a:gsLst>
            <a:gs pos="100000">
              <a:srgbClr val="FCEBBA">
                <a:alpha val="21000"/>
              </a:srgbClr>
            </a:gs>
            <a:gs pos="0">
              <a:srgbClr val="B9A06B">
                <a:alpha val="19291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00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79BA27-999C-F269-3CFE-F7DFBCBC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3B0F382-14A1-3EF5-7DA9-20E7A42C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9278EA1-A43F-08A8-BAFE-5A27DB96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5D415CA-9872-4FB1-6CC7-AC56C4ED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F2F27E4-D77A-D860-D72A-072A179C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9416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13DAC71-A78D-C19B-0E6E-2EA7978A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6B5F76F-D866-4DDF-89A9-9D1F2D7E6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5887512-FEFC-E781-3D5A-36862171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F6F8FF2-4D54-67FF-F697-AEBC1216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A4187FB-880A-1C2B-321E-87F6417F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039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6B60287-7B92-9875-133D-A824F124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874FB0E-0E62-B86E-8D44-AFC944832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ED30C99-F256-A44D-73D1-61823A146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DBA0C12-71B6-29B7-B488-A27541EA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63DAA8F-08AD-17A2-FD12-08ECD9FA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D1E7759-C158-8329-B5EC-FC1D8155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127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D764F5B-2740-1F8F-CA3C-B6F02A5F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4300480-7049-0D2A-77FA-0AFA9A049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3FBB30C-C6A5-AF9D-4493-24141071B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2FFE2E14-9C3C-ADA9-BA2E-F68EFB360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E57C2AF9-9478-BF6B-829D-A2B895750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A33C412-44CA-3B7D-40A0-E09C8A36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36BF2848-7827-6B22-C5F2-329176C5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8C85B562-82C6-4B47-E6BD-B8177E56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2602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217F82C-2FA2-FAB5-2FAF-0F65E5E3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93004AA-90D7-CAD5-3403-191F2D3A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5ADE05F6-15A7-2634-881F-89CF7C43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08F58414-3443-3309-793A-C0E473CC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34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08F4B880-7FFE-8A3F-60D2-989AC808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AC3BEBEB-CED6-EB54-53EB-BA943554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A834586-E3A1-5E87-9C3B-A812D7E1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1959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CCE351D-27A3-D52F-66EA-8AAAEE3F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DD2B15-1D61-F950-CCE0-1D30687F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9F0EEEC-EA95-74A8-CF54-CBEA1A986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B7AA981-F26A-0D1D-67A7-82F97890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62F345D-523B-9C96-DA9E-ACC24160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5DC6A27-34C1-89D6-04CD-777D5519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9230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5208963-B38B-9979-1226-99FDA6C4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70A6451-6B9A-5980-23BE-309F19B13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58C2291-9558-969F-D9E9-C32583F01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588B084-352F-517A-CCDE-BF1FDF5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C75DA33-95A1-EFAC-24D5-644F2DC7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C7F8E4C-BBA0-703D-E6FF-47119485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865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BB1FBC4-2D2E-1461-5964-6F7BCA88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8F40E03-9986-BFBC-775D-70159991E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DA884E-8B97-88C6-916B-306CE55A4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5D6D8B3-5F29-FA9F-24B2-4D8D9D75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B22F724-60A7-3FA9-847D-4984469F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315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DDACEAA5-F2C7-3EB7-6DFC-5B2F08B56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793AD19-B7A2-CEA6-9470-AFBC8BFBA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9441E0A-72BA-F7E4-8B87-E5748E55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D9B82B-53A1-AA49-95AC-325E6C2C4917}" type="datetimeFigureOut">
              <a:rPr lang="ar-SA" smtClean="0"/>
              <a:t>17 ذو القعدة، 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51D369-C0D9-064C-4862-3A52DFAD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BA83420-65A6-EFD0-F16C-F6902E41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BEF0DF-4262-744E-A5D0-37FC5002A59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6019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CEBBA">
                <a:alpha val="21000"/>
              </a:srgbClr>
            </a:gs>
            <a:gs pos="0">
              <a:srgbClr val="B9A06B">
                <a:alpha val="19291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ستطيل مستدير الزوايا 15">
            <a:extLst>
              <a:ext uri="{FF2B5EF4-FFF2-40B4-BE49-F238E27FC236}">
                <a16:creationId xmlns:a16="http://schemas.microsoft.com/office/drawing/2014/main" id="{EEF87B8B-828D-96E9-E2D1-3234EF21A2D0}"/>
              </a:ext>
            </a:extLst>
          </p:cNvPr>
          <p:cNvSpPr/>
          <p:nvPr userDrawn="1"/>
        </p:nvSpPr>
        <p:spPr>
          <a:xfrm>
            <a:off x="956056" y="6176257"/>
            <a:ext cx="1043055" cy="358878"/>
          </a:xfrm>
          <a:prstGeom prst="roundRect">
            <a:avLst>
              <a:gd name="adj" fmla="val 25709"/>
            </a:avLst>
          </a:prstGeom>
          <a:solidFill>
            <a:srgbClr val="287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fld id="{1F156F8B-E5AC-3F4F-9E22-8F835EC2A228}" type="slidenum">
              <a:rPr lang="ar-SA" smtClean="0">
                <a:gradFill>
                  <a:gsLst>
                    <a:gs pos="46000">
                      <a:srgbClr val="FCEBBA"/>
                    </a:gs>
                    <a:gs pos="0">
                      <a:srgbClr val="B9A06B"/>
                    </a:gs>
                  </a:gsLst>
                  <a:lin ang="0" scaled="1"/>
                </a:gradFill>
              </a:rPr>
              <a:t>‹#›</a:t>
            </a:fld>
            <a:endParaRPr lang="ar-SA" dirty="0">
              <a:gradFill>
                <a:gsLst>
                  <a:gs pos="46000">
                    <a:srgbClr val="FCEBBA"/>
                  </a:gs>
                  <a:gs pos="0">
                    <a:srgbClr val="B9A06B"/>
                  </a:gs>
                </a:gsLst>
                <a:lin ang="0" scaled="1"/>
              </a:gradFill>
            </a:endParaRPr>
          </a:p>
        </p:txBody>
      </p:sp>
      <p:cxnSp>
        <p:nvCxnSpPr>
          <p:cNvPr id="24" name="موصل مستقيم 23">
            <a:extLst>
              <a:ext uri="{FF2B5EF4-FFF2-40B4-BE49-F238E27FC236}">
                <a16:creationId xmlns:a16="http://schemas.microsoft.com/office/drawing/2014/main" id="{A178E84F-A46D-6992-97D8-9BEC7C139660}"/>
              </a:ext>
            </a:extLst>
          </p:cNvPr>
          <p:cNvCxnSpPr/>
          <p:nvPr userDrawn="1"/>
        </p:nvCxnSpPr>
        <p:spPr>
          <a:xfrm>
            <a:off x="2586038" y="6355696"/>
            <a:ext cx="6657975" cy="0"/>
          </a:xfrm>
          <a:prstGeom prst="line">
            <a:avLst/>
          </a:prstGeom>
          <a:ln>
            <a:gradFill>
              <a:gsLst>
                <a:gs pos="0">
                  <a:srgbClr val="B9A06B"/>
                </a:gs>
                <a:gs pos="100000">
                  <a:srgbClr val="B9A06B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سداسي 24">
            <a:extLst>
              <a:ext uri="{FF2B5EF4-FFF2-40B4-BE49-F238E27FC236}">
                <a16:creationId xmlns:a16="http://schemas.microsoft.com/office/drawing/2014/main" id="{3FA6786E-5D3D-EDAE-9C6C-288C87BBEE08}"/>
              </a:ext>
            </a:extLst>
          </p:cNvPr>
          <p:cNvSpPr/>
          <p:nvPr userDrawn="1"/>
        </p:nvSpPr>
        <p:spPr>
          <a:xfrm>
            <a:off x="2386013" y="6269478"/>
            <a:ext cx="200025" cy="172435"/>
          </a:xfrm>
          <a:prstGeom prst="hexagon">
            <a:avLst/>
          </a:prstGeom>
          <a:gradFill>
            <a:gsLst>
              <a:gs pos="100000">
                <a:srgbClr val="B9A06B"/>
              </a:gs>
              <a:gs pos="0">
                <a:srgbClr val="B9A06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6" name="سداسي 25">
            <a:extLst>
              <a:ext uri="{FF2B5EF4-FFF2-40B4-BE49-F238E27FC236}">
                <a16:creationId xmlns:a16="http://schemas.microsoft.com/office/drawing/2014/main" id="{938D0888-9A0E-037E-DF25-E061F0335830}"/>
              </a:ext>
            </a:extLst>
          </p:cNvPr>
          <p:cNvSpPr/>
          <p:nvPr userDrawn="1"/>
        </p:nvSpPr>
        <p:spPr>
          <a:xfrm>
            <a:off x="9244013" y="6269477"/>
            <a:ext cx="200025" cy="172435"/>
          </a:xfrm>
          <a:prstGeom prst="hexagon">
            <a:avLst/>
          </a:prstGeom>
          <a:gradFill>
            <a:gsLst>
              <a:gs pos="100000">
                <a:srgbClr val="B9A06B"/>
              </a:gs>
              <a:gs pos="0">
                <a:srgbClr val="B9A06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pic>
        <p:nvPicPr>
          <p:cNvPr id="27" name="صورة 26">
            <a:extLst>
              <a:ext uri="{FF2B5EF4-FFF2-40B4-BE49-F238E27FC236}">
                <a16:creationId xmlns:a16="http://schemas.microsoft.com/office/drawing/2014/main" id="{9168A863-7CAA-5DD4-1C62-85070296617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15611" y="-7423"/>
            <a:ext cx="1802536" cy="2063651"/>
          </a:xfrm>
          <a:prstGeom prst="rect">
            <a:avLst/>
          </a:prstGeom>
        </p:spPr>
      </p:pic>
      <p:pic>
        <p:nvPicPr>
          <p:cNvPr id="29" name="صورة 28">
            <a:extLst>
              <a:ext uri="{FF2B5EF4-FFF2-40B4-BE49-F238E27FC236}">
                <a16:creationId xmlns:a16="http://schemas.microsoft.com/office/drawing/2014/main" id="{17EE0991-1A6B-35CF-39FD-5A825034B39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10800000">
            <a:off x="10977365" y="5041046"/>
            <a:ext cx="1802536" cy="2063651"/>
          </a:xfrm>
          <a:prstGeom prst="rect">
            <a:avLst/>
          </a:prstGeom>
        </p:spPr>
      </p:pic>
      <p:pic>
        <p:nvPicPr>
          <p:cNvPr id="31" name="صورة 30">
            <a:extLst>
              <a:ext uri="{FF2B5EF4-FFF2-40B4-BE49-F238E27FC236}">
                <a16:creationId xmlns:a16="http://schemas.microsoft.com/office/drawing/2014/main" id="{6A58CF99-2C76-CFD6-6EB4-049EF49B667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89464" y="-7424"/>
            <a:ext cx="1802536" cy="20636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AE9FB6-6C4F-8F32-F641-AEF98FEFAA4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842932" y="6009435"/>
            <a:ext cx="1293991" cy="59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7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مستطيل مستدير الزوايا 82">
            <a:extLst>
              <a:ext uri="{FF2B5EF4-FFF2-40B4-BE49-F238E27FC236}">
                <a16:creationId xmlns:a16="http://schemas.microsoft.com/office/drawing/2014/main" id="{E704F7A4-4392-61AF-3764-E7E040550053}"/>
              </a:ext>
            </a:extLst>
          </p:cNvPr>
          <p:cNvSpPr/>
          <p:nvPr/>
        </p:nvSpPr>
        <p:spPr>
          <a:xfrm>
            <a:off x="-380583" y="-124110"/>
            <a:ext cx="12870773" cy="710621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 dirty="0"/>
          </a:p>
        </p:txBody>
      </p:sp>
      <p:pic>
        <p:nvPicPr>
          <p:cNvPr id="89" name="صورة 88">
            <a:extLst>
              <a:ext uri="{FF2B5EF4-FFF2-40B4-BE49-F238E27FC236}">
                <a16:creationId xmlns:a16="http://schemas.microsoft.com/office/drawing/2014/main" id="{2B8CDA32-32C0-411A-9F9B-B0286E56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281338">
            <a:off x="6613627" y="1617117"/>
            <a:ext cx="6858000" cy="6858000"/>
          </a:xfrm>
          <a:prstGeom prst="rect">
            <a:avLst/>
          </a:prstGeom>
        </p:spPr>
      </p:pic>
      <p:pic>
        <p:nvPicPr>
          <p:cNvPr id="88" name="صورة 87">
            <a:extLst>
              <a:ext uri="{FF2B5EF4-FFF2-40B4-BE49-F238E27FC236}">
                <a16:creationId xmlns:a16="http://schemas.microsoft.com/office/drawing/2014/main" id="{2E080425-FE18-3737-E3FE-5C96DE2A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764" y="-1987362"/>
            <a:ext cx="6858000" cy="6858000"/>
          </a:xfrm>
          <a:prstGeom prst="rect">
            <a:avLst/>
          </a:prstGeom>
        </p:spPr>
      </p:pic>
      <p:pic>
        <p:nvPicPr>
          <p:cNvPr id="87" name="صورة 86">
            <a:extLst>
              <a:ext uri="{FF2B5EF4-FFF2-40B4-BE49-F238E27FC236}">
                <a16:creationId xmlns:a16="http://schemas.microsoft.com/office/drawing/2014/main" id="{D4B50085-51F9-48D2-C5BF-83BD3D2B5DD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1000"/>
          </a:blip>
          <a:stretch>
            <a:fillRect/>
          </a:stretch>
        </p:blipFill>
        <p:spPr>
          <a:xfrm>
            <a:off x="-327422" y="-465286"/>
            <a:ext cx="13287184" cy="8326478"/>
          </a:xfrm>
          <a:prstGeom prst="rect">
            <a:avLst/>
          </a:prstGeom>
        </p:spPr>
      </p:pic>
      <p:sp>
        <p:nvSpPr>
          <p:cNvPr id="93" name="مستطيل مستدير الزوايا 92">
            <a:extLst>
              <a:ext uri="{FF2B5EF4-FFF2-40B4-BE49-F238E27FC236}">
                <a16:creationId xmlns:a16="http://schemas.microsoft.com/office/drawing/2014/main" id="{937F6D92-7574-BA21-4186-707B114B3730}"/>
              </a:ext>
            </a:extLst>
          </p:cNvPr>
          <p:cNvSpPr/>
          <p:nvPr/>
        </p:nvSpPr>
        <p:spPr>
          <a:xfrm>
            <a:off x="-639746" y="-331496"/>
            <a:ext cx="13389097" cy="752099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CEBBA">
                  <a:alpha val="21000"/>
                </a:srgbClr>
              </a:gs>
              <a:gs pos="0">
                <a:srgbClr val="B9A06B">
                  <a:alpha val="19291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 dirty="0"/>
          </a:p>
        </p:txBody>
      </p:sp>
      <p:grpSp>
        <p:nvGrpSpPr>
          <p:cNvPr id="70" name="مجموعة 69">
            <a:extLst>
              <a:ext uri="{FF2B5EF4-FFF2-40B4-BE49-F238E27FC236}">
                <a16:creationId xmlns:a16="http://schemas.microsoft.com/office/drawing/2014/main" id="{2DBE14AF-75E3-D7EC-C5C9-5167A43175C3}"/>
              </a:ext>
            </a:extLst>
          </p:cNvPr>
          <p:cNvGrpSpPr/>
          <p:nvPr/>
        </p:nvGrpSpPr>
        <p:grpSpPr>
          <a:xfrm>
            <a:off x="2794300" y="3976276"/>
            <a:ext cx="6603401" cy="476679"/>
            <a:chOff x="2779749" y="3823815"/>
            <a:chExt cx="6603401" cy="476679"/>
          </a:xfrm>
        </p:grpSpPr>
        <p:sp>
          <p:nvSpPr>
            <p:cNvPr id="69" name="مستطيل مستدير الزوايا 68">
              <a:extLst>
                <a:ext uri="{FF2B5EF4-FFF2-40B4-BE49-F238E27FC236}">
                  <a16:creationId xmlns:a16="http://schemas.microsoft.com/office/drawing/2014/main" id="{610C97B0-C4DA-45AE-BAF1-8EA7C5C7A72A}"/>
                </a:ext>
              </a:extLst>
            </p:cNvPr>
            <p:cNvSpPr/>
            <p:nvPr/>
          </p:nvSpPr>
          <p:spPr>
            <a:xfrm>
              <a:off x="2779749" y="3823815"/>
              <a:ext cx="6603401" cy="476679"/>
            </a:xfrm>
            <a:prstGeom prst="roundRect">
              <a:avLst/>
            </a:prstGeom>
            <a:gradFill>
              <a:gsLst>
                <a:gs pos="100000">
                  <a:srgbClr val="FCEBBA"/>
                </a:gs>
                <a:gs pos="0">
                  <a:srgbClr val="B9A06B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  <p:sp>
          <p:nvSpPr>
            <p:cNvPr id="44" name="مربع نص 43">
              <a:extLst>
                <a:ext uri="{FF2B5EF4-FFF2-40B4-BE49-F238E27FC236}">
                  <a16:creationId xmlns:a16="http://schemas.microsoft.com/office/drawing/2014/main" id="{8A09E867-8E05-3B3D-78B3-FB6B20FD6B19}"/>
                </a:ext>
              </a:extLst>
            </p:cNvPr>
            <p:cNvSpPr txBox="1"/>
            <p:nvPr/>
          </p:nvSpPr>
          <p:spPr>
            <a:xfrm>
              <a:off x="4091185" y="3877489"/>
              <a:ext cx="400962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SA" dirty="0">
                  <a:solidFill>
                    <a:srgbClr val="287971"/>
                  </a:solidFill>
                  <a:latin typeface="IBM Plex Sans Arabic Medium" panose="020B0503050203000203" pitchFamily="34" charset="-78"/>
                  <a:cs typeface="IBM Plex Sans Arabic Medium" panose="020B0503050203000203" pitchFamily="34" charset="-78"/>
                </a:rPr>
                <a:t>جــمــعــيـــة هــديــة الحــاج والمــعــتــمــر الخــيريـــة</a:t>
              </a:r>
            </a:p>
          </p:txBody>
        </p:sp>
      </p:grpSp>
      <p:pic>
        <p:nvPicPr>
          <p:cNvPr id="3" name="صورة 2">
            <a:extLst>
              <a:ext uri="{FF2B5EF4-FFF2-40B4-BE49-F238E27FC236}">
                <a16:creationId xmlns:a16="http://schemas.microsoft.com/office/drawing/2014/main" id="{0119557A-EC51-7A3C-A2C3-49F4E173E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298" y="2333369"/>
            <a:ext cx="6603402" cy="143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2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6BE05728-5C65-DDCF-18CF-7F4051EBD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502" y="685799"/>
            <a:ext cx="3830997" cy="5957047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A0328FA2-AD9B-AD21-C6D8-866E82674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548" y="677488"/>
            <a:ext cx="3827325" cy="595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7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4663CA3F-C1F8-929B-AF6F-A33BED11D904}"/>
              </a:ext>
            </a:extLst>
          </p:cNvPr>
          <p:cNvSpPr txBox="1"/>
          <p:nvPr/>
        </p:nvSpPr>
        <p:spPr>
          <a:xfrm>
            <a:off x="3596758" y="413363"/>
            <a:ext cx="499848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800" b="1" dirty="0">
                <a:solidFill>
                  <a:srgbClr val="B59D6B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5" name="سداسي 4">
            <a:extLst>
              <a:ext uri="{FF2B5EF4-FFF2-40B4-BE49-F238E27FC236}">
                <a16:creationId xmlns:a16="http://schemas.microsoft.com/office/drawing/2014/main" id="{5CA0C335-E4D4-ED0F-A572-83722ED56405}"/>
              </a:ext>
            </a:extLst>
          </p:cNvPr>
          <p:cNvSpPr/>
          <p:nvPr/>
        </p:nvSpPr>
        <p:spPr>
          <a:xfrm rot="5400000">
            <a:off x="8492497" y="526904"/>
            <a:ext cx="308943" cy="26633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6533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EBE0A7F1-0287-8031-BF84-677DB198924D}"/>
              </a:ext>
            </a:extLst>
          </p:cNvPr>
          <p:cNvGrpSpPr/>
          <p:nvPr/>
        </p:nvGrpSpPr>
        <p:grpSpPr>
          <a:xfrm>
            <a:off x="10747649" y="2619278"/>
            <a:ext cx="531726" cy="616803"/>
            <a:chOff x="10981637" y="1944352"/>
            <a:chExt cx="531726" cy="616803"/>
          </a:xfrm>
        </p:grpSpPr>
        <p:sp>
          <p:nvSpPr>
            <p:cNvPr id="2" name="سداسي 1">
              <a:extLst>
                <a:ext uri="{FF2B5EF4-FFF2-40B4-BE49-F238E27FC236}">
                  <a16:creationId xmlns:a16="http://schemas.microsoft.com/office/drawing/2014/main" id="{7BC02823-BE05-36CF-94F6-478934E967C0}"/>
                </a:ext>
              </a:extLst>
            </p:cNvPr>
            <p:cNvSpPr/>
            <p:nvPr/>
          </p:nvSpPr>
          <p:spPr>
            <a:xfrm rot="5400000">
              <a:off x="10939098" y="1986891"/>
              <a:ext cx="616803" cy="531726"/>
            </a:xfrm>
            <a:prstGeom prst="hexagon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 dirty="0"/>
            </a:p>
          </p:txBody>
        </p:sp>
        <p:sp>
          <p:nvSpPr>
            <p:cNvPr id="3" name="سداسي 2">
              <a:extLst>
                <a:ext uri="{FF2B5EF4-FFF2-40B4-BE49-F238E27FC236}">
                  <a16:creationId xmlns:a16="http://schemas.microsoft.com/office/drawing/2014/main" id="{092F4C61-76EE-2BDB-3364-6BB58136429D}"/>
                </a:ext>
              </a:extLst>
            </p:cNvPr>
            <p:cNvSpPr/>
            <p:nvPr/>
          </p:nvSpPr>
          <p:spPr>
            <a:xfrm rot="5400000">
              <a:off x="10978998" y="2021287"/>
              <a:ext cx="537005" cy="462935"/>
            </a:xfrm>
            <a:prstGeom prst="hexagon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sp>
        <p:nvSpPr>
          <p:cNvPr id="5" name="مربع نص 4">
            <a:extLst>
              <a:ext uri="{FF2B5EF4-FFF2-40B4-BE49-F238E27FC236}">
                <a16:creationId xmlns:a16="http://schemas.microsoft.com/office/drawing/2014/main" id="{AB0636BB-FA64-20B2-9137-C1FC3A45DA97}"/>
              </a:ext>
            </a:extLst>
          </p:cNvPr>
          <p:cNvSpPr txBox="1"/>
          <p:nvPr/>
        </p:nvSpPr>
        <p:spPr>
          <a:xfrm>
            <a:off x="10863823" y="2772670"/>
            <a:ext cx="3225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en-US" b="1" dirty="0">
                <a:ln>
                  <a:gradFill>
                    <a:gsLst>
                      <a:gs pos="0">
                        <a:srgbClr val="FCEBBA"/>
                      </a:gs>
                      <a:gs pos="100000">
                        <a:srgbClr val="B59D6B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1</a:t>
            </a:r>
            <a:endParaRPr lang="ar-SA" b="1" dirty="0">
              <a:ln>
                <a:gradFill>
                  <a:gsLst>
                    <a:gs pos="0">
                      <a:srgbClr val="FCEBBA"/>
                    </a:gs>
                    <a:gs pos="100000">
                      <a:srgbClr val="B59D6B"/>
                    </a:gs>
                  </a:gsLst>
                  <a:lin ang="5400000" scaled="1"/>
                </a:gradFill>
              </a:ln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7296D4ED-3ACC-6AA7-D06C-D74B5604B220}"/>
              </a:ext>
            </a:extLst>
          </p:cNvPr>
          <p:cNvGrpSpPr/>
          <p:nvPr/>
        </p:nvGrpSpPr>
        <p:grpSpPr>
          <a:xfrm>
            <a:off x="10747650" y="3546500"/>
            <a:ext cx="531726" cy="616803"/>
            <a:chOff x="10981637" y="1944352"/>
            <a:chExt cx="531726" cy="616803"/>
          </a:xfrm>
        </p:grpSpPr>
        <p:sp>
          <p:nvSpPr>
            <p:cNvPr id="7" name="سداسي 6">
              <a:extLst>
                <a:ext uri="{FF2B5EF4-FFF2-40B4-BE49-F238E27FC236}">
                  <a16:creationId xmlns:a16="http://schemas.microsoft.com/office/drawing/2014/main" id="{4DA9FB83-E864-0F49-BE90-3A7401350E2C}"/>
                </a:ext>
              </a:extLst>
            </p:cNvPr>
            <p:cNvSpPr/>
            <p:nvPr/>
          </p:nvSpPr>
          <p:spPr>
            <a:xfrm rot="5400000">
              <a:off x="10939098" y="1986891"/>
              <a:ext cx="616803" cy="531726"/>
            </a:xfrm>
            <a:prstGeom prst="hexagon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 dirty="0"/>
            </a:p>
          </p:txBody>
        </p:sp>
        <p:sp>
          <p:nvSpPr>
            <p:cNvPr id="8" name="سداسي 7">
              <a:extLst>
                <a:ext uri="{FF2B5EF4-FFF2-40B4-BE49-F238E27FC236}">
                  <a16:creationId xmlns:a16="http://schemas.microsoft.com/office/drawing/2014/main" id="{47040834-527D-1397-D1BE-C893893BF087}"/>
                </a:ext>
              </a:extLst>
            </p:cNvPr>
            <p:cNvSpPr/>
            <p:nvPr/>
          </p:nvSpPr>
          <p:spPr>
            <a:xfrm rot="5400000">
              <a:off x="10978998" y="2021287"/>
              <a:ext cx="537005" cy="462935"/>
            </a:xfrm>
            <a:prstGeom prst="hexagon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sp>
        <p:nvSpPr>
          <p:cNvPr id="9" name="مربع نص 8">
            <a:extLst>
              <a:ext uri="{FF2B5EF4-FFF2-40B4-BE49-F238E27FC236}">
                <a16:creationId xmlns:a16="http://schemas.microsoft.com/office/drawing/2014/main" id="{A164BE0E-9A76-4484-310B-49E2853FCD48}"/>
              </a:ext>
            </a:extLst>
          </p:cNvPr>
          <p:cNvSpPr txBox="1"/>
          <p:nvPr/>
        </p:nvSpPr>
        <p:spPr>
          <a:xfrm>
            <a:off x="10852250" y="3670236"/>
            <a:ext cx="3225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en-US" b="1" dirty="0">
                <a:ln>
                  <a:gradFill>
                    <a:gsLst>
                      <a:gs pos="0">
                        <a:srgbClr val="FCEBBA"/>
                      </a:gs>
                      <a:gs pos="100000">
                        <a:srgbClr val="B59D6B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</a:t>
            </a:r>
            <a:endParaRPr lang="ar-SA" b="1" dirty="0">
              <a:ln>
                <a:gradFill>
                  <a:gsLst>
                    <a:gs pos="0">
                      <a:srgbClr val="FCEBBA"/>
                    </a:gs>
                    <a:gs pos="100000">
                      <a:srgbClr val="B59D6B"/>
                    </a:gs>
                  </a:gsLst>
                  <a:lin ang="5400000" scaled="1"/>
                </a:gradFill>
              </a:ln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E6D25C5A-46A2-4866-ABB6-6F16F06BFA60}"/>
              </a:ext>
            </a:extLst>
          </p:cNvPr>
          <p:cNvGrpSpPr/>
          <p:nvPr/>
        </p:nvGrpSpPr>
        <p:grpSpPr>
          <a:xfrm>
            <a:off x="10747648" y="4473722"/>
            <a:ext cx="531726" cy="616803"/>
            <a:chOff x="10981637" y="1944352"/>
            <a:chExt cx="531726" cy="616803"/>
          </a:xfrm>
        </p:grpSpPr>
        <p:sp>
          <p:nvSpPr>
            <p:cNvPr id="11" name="سداسي 10">
              <a:extLst>
                <a:ext uri="{FF2B5EF4-FFF2-40B4-BE49-F238E27FC236}">
                  <a16:creationId xmlns:a16="http://schemas.microsoft.com/office/drawing/2014/main" id="{DC2B0718-49B4-664E-AA32-B9CB65458CC8}"/>
                </a:ext>
              </a:extLst>
            </p:cNvPr>
            <p:cNvSpPr/>
            <p:nvPr/>
          </p:nvSpPr>
          <p:spPr>
            <a:xfrm rot="5400000">
              <a:off x="10939098" y="1986891"/>
              <a:ext cx="616803" cy="531726"/>
            </a:xfrm>
            <a:prstGeom prst="hexagon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 dirty="0"/>
            </a:p>
          </p:txBody>
        </p:sp>
        <p:sp>
          <p:nvSpPr>
            <p:cNvPr id="12" name="سداسي 11">
              <a:extLst>
                <a:ext uri="{FF2B5EF4-FFF2-40B4-BE49-F238E27FC236}">
                  <a16:creationId xmlns:a16="http://schemas.microsoft.com/office/drawing/2014/main" id="{96FED42A-C065-FFAC-B0DD-63FCA8285FCF}"/>
                </a:ext>
              </a:extLst>
            </p:cNvPr>
            <p:cNvSpPr/>
            <p:nvPr/>
          </p:nvSpPr>
          <p:spPr>
            <a:xfrm rot="5400000">
              <a:off x="10978998" y="2021287"/>
              <a:ext cx="537005" cy="462935"/>
            </a:xfrm>
            <a:prstGeom prst="hexagon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985B64D6-1439-4076-910D-00178A90CA99}"/>
              </a:ext>
            </a:extLst>
          </p:cNvPr>
          <p:cNvSpPr txBox="1"/>
          <p:nvPr/>
        </p:nvSpPr>
        <p:spPr>
          <a:xfrm>
            <a:off x="10852248" y="4627938"/>
            <a:ext cx="3225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en-US" b="1" dirty="0">
                <a:ln>
                  <a:gradFill>
                    <a:gsLst>
                      <a:gs pos="0">
                        <a:srgbClr val="FCEBBA"/>
                      </a:gs>
                      <a:gs pos="100000">
                        <a:srgbClr val="B59D6B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3</a:t>
            </a:r>
            <a:endParaRPr lang="ar-SA" b="1" dirty="0">
              <a:ln>
                <a:gradFill>
                  <a:gsLst>
                    <a:gs pos="0">
                      <a:srgbClr val="FCEBBA"/>
                    </a:gs>
                    <a:gs pos="100000">
                      <a:srgbClr val="B59D6B"/>
                    </a:gs>
                  </a:gsLst>
                  <a:lin ang="5400000" scaled="1"/>
                </a:gradFill>
              </a:ln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4132F7E4-4CDB-338D-FDCB-E9C50B80F493}"/>
              </a:ext>
            </a:extLst>
          </p:cNvPr>
          <p:cNvSpPr txBox="1"/>
          <p:nvPr/>
        </p:nvSpPr>
        <p:spPr>
          <a:xfrm>
            <a:off x="6451800" y="2702636"/>
            <a:ext cx="399500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justLow" defTabSz="914400" rtl="0" eaLnBrk="1" latinLnBrk="0" hangingPunct="1"/>
            <a:r>
              <a:rPr lang="ar-SA" sz="24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0DB3ED87-8A93-7406-AF6A-8312CDB2E4C7}"/>
              </a:ext>
            </a:extLst>
          </p:cNvPr>
          <p:cNvSpPr txBox="1"/>
          <p:nvPr/>
        </p:nvSpPr>
        <p:spPr>
          <a:xfrm>
            <a:off x="6096000" y="1126595"/>
            <a:ext cx="499848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800" b="1" dirty="0">
                <a:solidFill>
                  <a:srgbClr val="B59D6B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21" name="سداسي 20">
            <a:extLst>
              <a:ext uri="{FF2B5EF4-FFF2-40B4-BE49-F238E27FC236}">
                <a16:creationId xmlns:a16="http://schemas.microsoft.com/office/drawing/2014/main" id="{DA8528DD-1FA9-6E89-16EB-D0D18A539CD6}"/>
              </a:ext>
            </a:extLst>
          </p:cNvPr>
          <p:cNvSpPr/>
          <p:nvPr/>
        </p:nvSpPr>
        <p:spPr>
          <a:xfrm rot="5400000">
            <a:off x="10991739" y="1240136"/>
            <a:ext cx="308943" cy="26633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3" name="مستطيل مستدير الزوايا 22">
            <a:extLst>
              <a:ext uri="{FF2B5EF4-FFF2-40B4-BE49-F238E27FC236}">
                <a16:creationId xmlns:a16="http://schemas.microsoft.com/office/drawing/2014/main" id="{71D0C857-C904-AD54-1497-F99F236ECBF7}"/>
              </a:ext>
            </a:extLst>
          </p:cNvPr>
          <p:cNvSpPr/>
          <p:nvPr/>
        </p:nvSpPr>
        <p:spPr>
          <a:xfrm rot="18954381">
            <a:off x="-9494" y="-1062768"/>
            <a:ext cx="4115663" cy="7863109"/>
          </a:xfrm>
          <a:prstGeom prst="roundRect">
            <a:avLst>
              <a:gd name="adj" fmla="val 50000"/>
            </a:avLst>
          </a:prstGeom>
          <a:blipFill dpi="0" rotWithShape="0">
            <a:blip r:embed="rId2"/>
            <a:srcRect/>
            <a:stretch>
              <a:fillRect/>
            </a:stretch>
          </a:blipFill>
          <a:ln w="158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grpSp>
        <p:nvGrpSpPr>
          <p:cNvPr id="31" name="مجموعة 30">
            <a:extLst>
              <a:ext uri="{FF2B5EF4-FFF2-40B4-BE49-F238E27FC236}">
                <a16:creationId xmlns:a16="http://schemas.microsoft.com/office/drawing/2014/main" id="{C366F937-A508-44C1-9EC7-8CE6B0AB6376}"/>
              </a:ext>
            </a:extLst>
          </p:cNvPr>
          <p:cNvGrpSpPr/>
          <p:nvPr/>
        </p:nvGrpSpPr>
        <p:grpSpPr>
          <a:xfrm>
            <a:off x="-2448214" y="-6355476"/>
            <a:ext cx="4663727" cy="13965749"/>
            <a:chOff x="-2448214" y="-6355476"/>
            <a:chExt cx="4663727" cy="13965749"/>
          </a:xfrm>
        </p:grpSpPr>
        <p:sp>
          <p:nvSpPr>
            <p:cNvPr id="28" name="مستطيل مستدير الزوايا 27">
              <a:extLst>
                <a:ext uri="{FF2B5EF4-FFF2-40B4-BE49-F238E27FC236}">
                  <a16:creationId xmlns:a16="http://schemas.microsoft.com/office/drawing/2014/main" id="{32EBAEB1-6258-11B0-B58F-F317C6CC72D0}"/>
                </a:ext>
              </a:extLst>
            </p:cNvPr>
            <p:cNvSpPr/>
            <p:nvPr/>
          </p:nvSpPr>
          <p:spPr>
            <a:xfrm rot="18954381">
              <a:off x="1083645" y="-6355476"/>
              <a:ext cx="565810" cy="7863109"/>
            </a:xfrm>
            <a:prstGeom prst="roundRect">
              <a:avLst>
                <a:gd name="adj" fmla="val 50000"/>
              </a:avLst>
            </a:prstGeom>
            <a:solidFill>
              <a:srgbClr val="24A399"/>
            </a:solidFill>
            <a:ln>
              <a:noFill/>
            </a:ln>
            <a:effectLst>
              <a:outerShdw blurRad="544463" dist="123391" algn="ctr" rotWithShape="0">
                <a:srgbClr val="000000">
                  <a:alpha val="2734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4" name="مستطيل مستدير الزوايا 23">
              <a:extLst>
                <a:ext uri="{FF2B5EF4-FFF2-40B4-BE49-F238E27FC236}">
                  <a16:creationId xmlns:a16="http://schemas.microsoft.com/office/drawing/2014/main" id="{E3267A62-A99E-0F2C-CCA1-2F2B1E26A349}"/>
                </a:ext>
              </a:extLst>
            </p:cNvPr>
            <p:cNvSpPr/>
            <p:nvPr/>
          </p:nvSpPr>
          <p:spPr>
            <a:xfrm rot="18954381">
              <a:off x="1097048" y="-5219378"/>
              <a:ext cx="1118465" cy="7863109"/>
            </a:xfrm>
            <a:prstGeom prst="roundRect">
              <a:avLst>
                <a:gd name="adj" fmla="val 50000"/>
              </a:avLst>
            </a:prstGeom>
            <a:solidFill>
              <a:srgbClr val="24A399"/>
            </a:solidFill>
            <a:ln>
              <a:noFill/>
            </a:ln>
            <a:effectLst>
              <a:outerShdw blurRad="373868" dist="50800" sx="103000" sy="103000" algn="ctr" rotWithShape="0">
                <a:srgbClr val="000000">
                  <a:alpha val="2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5" name="مستطيل مستدير الزوايا 24">
              <a:extLst>
                <a:ext uri="{FF2B5EF4-FFF2-40B4-BE49-F238E27FC236}">
                  <a16:creationId xmlns:a16="http://schemas.microsoft.com/office/drawing/2014/main" id="{909516EC-16B4-90B1-B289-DCA7E8C8C763}"/>
                </a:ext>
              </a:extLst>
            </p:cNvPr>
            <p:cNvSpPr/>
            <p:nvPr/>
          </p:nvSpPr>
          <p:spPr>
            <a:xfrm rot="18954381">
              <a:off x="-2448214" y="-976988"/>
              <a:ext cx="565810" cy="7863109"/>
            </a:xfrm>
            <a:prstGeom prst="roundRect">
              <a:avLst>
                <a:gd name="adj" fmla="val 50000"/>
              </a:avLst>
            </a:prstGeom>
            <a:solidFill>
              <a:srgbClr val="287971"/>
            </a:solidFill>
            <a:ln>
              <a:noFill/>
            </a:ln>
            <a:effectLst>
              <a:outerShdw blurRad="473593" dist="50800" dir="5400000" algn="ctr" rotWithShape="0">
                <a:srgbClr val="000000">
                  <a:alpha val="54576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7" name="مستطيل مستدير الزوايا 26">
              <a:extLst>
                <a:ext uri="{FF2B5EF4-FFF2-40B4-BE49-F238E27FC236}">
                  <a16:creationId xmlns:a16="http://schemas.microsoft.com/office/drawing/2014/main" id="{EDA39F4A-9FB3-5683-425C-5F099D3FAF7E}"/>
                </a:ext>
              </a:extLst>
            </p:cNvPr>
            <p:cNvSpPr/>
            <p:nvPr/>
          </p:nvSpPr>
          <p:spPr>
            <a:xfrm rot="18954381">
              <a:off x="-1656755" y="-795931"/>
              <a:ext cx="1086213" cy="7863109"/>
            </a:xfrm>
            <a:prstGeom prst="roundRect">
              <a:avLst>
                <a:gd name="adj" fmla="val 50000"/>
              </a:avLst>
            </a:prstGeom>
            <a:solidFill>
              <a:srgbClr val="24A399"/>
            </a:solidFill>
            <a:ln>
              <a:noFill/>
            </a:ln>
            <a:effectLst>
              <a:outerShdw blurRad="577730" dist="50800" dir="5400000" algn="ctr" rotWithShape="0">
                <a:srgbClr val="000000">
                  <a:alpha val="46072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6" name="مستطيل مستدير الزوايا 25">
              <a:extLst>
                <a:ext uri="{FF2B5EF4-FFF2-40B4-BE49-F238E27FC236}">
                  <a16:creationId xmlns:a16="http://schemas.microsoft.com/office/drawing/2014/main" id="{565B5D2A-A193-6638-22BD-06E6D41317D3}"/>
                </a:ext>
              </a:extLst>
            </p:cNvPr>
            <p:cNvSpPr/>
            <p:nvPr/>
          </p:nvSpPr>
          <p:spPr>
            <a:xfrm rot="18954381">
              <a:off x="-168364" y="-252836"/>
              <a:ext cx="565810" cy="7863109"/>
            </a:xfrm>
            <a:prstGeom prst="roundRect">
              <a:avLst>
                <a:gd name="adj" fmla="val 50000"/>
              </a:avLst>
            </a:prstGeom>
            <a:solidFill>
              <a:srgbClr val="287971"/>
            </a:solidFill>
            <a:ln>
              <a:noFill/>
            </a:ln>
            <a:effectLst>
              <a:outerShdw blurRad="458305" dist="50800" dir="5400000" algn="ctr" rotWithShape="0">
                <a:srgbClr val="000000">
                  <a:alpha val="4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</p:spTree>
    <p:extLst>
      <p:ext uri="{BB962C8B-B14F-4D97-AF65-F5344CB8AC3E}">
        <p14:creationId xmlns:p14="http://schemas.microsoft.com/office/powerpoint/2010/main" val="132723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شكل بيضاوي 5">
            <a:extLst>
              <a:ext uri="{FF2B5EF4-FFF2-40B4-BE49-F238E27FC236}">
                <a16:creationId xmlns:a16="http://schemas.microsoft.com/office/drawing/2014/main" id="{A3D264A1-847E-9A26-7F59-7E5530A3E442}"/>
              </a:ext>
            </a:extLst>
          </p:cNvPr>
          <p:cNvSpPr/>
          <p:nvPr/>
        </p:nvSpPr>
        <p:spPr>
          <a:xfrm>
            <a:off x="592355" y="545453"/>
            <a:ext cx="5500394" cy="5500394"/>
          </a:xfrm>
          <a:prstGeom prst="ellipse">
            <a:avLst/>
          </a:prstGeom>
          <a:solidFill>
            <a:srgbClr val="287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4" name="شكل بيضاوي 3">
            <a:extLst>
              <a:ext uri="{FF2B5EF4-FFF2-40B4-BE49-F238E27FC236}">
                <a16:creationId xmlns:a16="http://schemas.microsoft.com/office/drawing/2014/main" id="{D763F5C4-FBF6-6F71-D158-BB705F17E68E}"/>
              </a:ext>
            </a:extLst>
          </p:cNvPr>
          <p:cNvSpPr/>
          <p:nvPr/>
        </p:nvSpPr>
        <p:spPr>
          <a:xfrm>
            <a:off x="819616" y="641660"/>
            <a:ext cx="5307980" cy="5307980"/>
          </a:xfrm>
          <a:prstGeom prst="ellipse">
            <a:avLst/>
          </a:prstGeom>
          <a:blipFill dpi="0" rotWithShape="1">
            <a:blip r:embed="rId2"/>
            <a:srcRect/>
            <a:tile tx="273050" ty="31750" sx="35000" sy="35000" flip="y" algn="ctr"/>
          </a:blipFill>
          <a:ln>
            <a:noFill/>
          </a:ln>
          <a:effectLst>
            <a:glow>
              <a:srgbClr val="287971"/>
            </a:glow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8" name="شكل بيضاوي 7">
            <a:extLst>
              <a:ext uri="{FF2B5EF4-FFF2-40B4-BE49-F238E27FC236}">
                <a16:creationId xmlns:a16="http://schemas.microsoft.com/office/drawing/2014/main" id="{67497485-2A60-B5CA-4D5C-18B181EBBF3A}"/>
              </a:ext>
            </a:extLst>
          </p:cNvPr>
          <p:cNvSpPr/>
          <p:nvPr/>
        </p:nvSpPr>
        <p:spPr>
          <a:xfrm>
            <a:off x="4657959" y="4462039"/>
            <a:ext cx="1434790" cy="1434790"/>
          </a:xfrm>
          <a:prstGeom prst="ellipse">
            <a:avLst/>
          </a:prstGeom>
          <a:solidFill>
            <a:srgbClr val="B9A06B">
              <a:alpha val="68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id="{5B11EF87-177D-4D76-5C75-4B386CE0208D}"/>
              </a:ext>
            </a:extLst>
          </p:cNvPr>
          <p:cNvSpPr txBox="1"/>
          <p:nvPr/>
        </p:nvSpPr>
        <p:spPr>
          <a:xfrm>
            <a:off x="7063191" y="1739143"/>
            <a:ext cx="430919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400" b="1" dirty="0">
                <a:solidFill>
                  <a:srgbClr val="B59D6B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0E37A02D-23C4-5C37-7756-3D0EDBCD2B0C}"/>
              </a:ext>
            </a:extLst>
          </p:cNvPr>
          <p:cNvSpPr txBox="1"/>
          <p:nvPr/>
        </p:nvSpPr>
        <p:spPr>
          <a:xfrm>
            <a:off x="7377380" y="2387536"/>
            <a:ext cx="399500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4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12" name="سداسي 11">
            <a:extLst>
              <a:ext uri="{FF2B5EF4-FFF2-40B4-BE49-F238E27FC236}">
                <a16:creationId xmlns:a16="http://schemas.microsoft.com/office/drawing/2014/main" id="{CC24926B-1A85-62FB-6F53-AE9E8F8A247F}"/>
              </a:ext>
            </a:extLst>
          </p:cNvPr>
          <p:cNvSpPr/>
          <p:nvPr/>
        </p:nvSpPr>
        <p:spPr>
          <a:xfrm rot="5400000">
            <a:off x="11356130" y="1836810"/>
            <a:ext cx="308943" cy="26633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0253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AB97974D-ACFF-9F80-42E5-5D885A0AC0CF}"/>
              </a:ext>
            </a:extLst>
          </p:cNvPr>
          <p:cNvGrpSpPr/>
          <p:nvPr/>
        </p:nvGrpSpPr>
        <p:grpSpPr>
          <a:xfrm>
            <a:off x="8624596" y="2530373"/>
            <a:ext cx="1055169" cy="2430781"/>
            <a:chOff x="8624596" y="2530373"/>
            <a:chExt cx="1055169" cy="2430781"/>
          </a:xfrm>
        </p:grpSpPr>
        <p:grpSp>
          <p:nvGrpSpPr>
            <p:cNvPr id="18" name="مجموعة 17">
              <a:extLst>
                <a:ext uri="{FF2B5EF4-FFF2-40B4-BE49-F238E27FC236}">
                  <a16:creationId xmlns:a16="http://schemas.microsoft.com/office/drawing/2014/main" id="{3245A1A3-1E09-9B87-2151-834ACB44CF26}"/>
                </a:ext>
              </a:extLst>
            </p:cNvPr>
            <p:cNvGrpSpPr/>
            <p:nvPr/>
          </p:nvGrpSpPr>
          <p:grpSpPr>
            <a:xfrm>
              <a:off x="8624596" y="2530373"/>
              <a:ext cx="1055169" cy="1223996"/>
              <a:chOff x="10781123" y="5272944"/>
              <a:chExt cx="540949" cy="627501"/>
            </a:xfrm>
          </p:grpSpPr>
          <p:sp>
            <p:nvSpPr>
              <p:cNvPr id="19" name="شكل حر 18">
                <a:extLst>
                  <a:ext uri="{FF2B5EF4-FFF2-40B4-BE49-F238E27FC236}">
                    <a16:creationId xmlns:a16="http://schemas.microsoft.com/office/drawing/2014/main" id="{93FDDF9C-373B-FBAD-8E52-ADFC43C2495A}"/>
                  </a:ext>
                </a:extLst>
              </p:cNvPr>
              <p:cNvSpPr/>
              <p:nvPr/>
            </p:nvSpPr>
            <p:spPr>
              <a:xfrm rot="5400000">
                <a:off x="10602610" y="5451458"/>
                <a:ext cx="627500" cy="270473"/>
              </a:xfrm>
              <a:custGeom>
                <a:avLst/>
                <a:gdLst>
                  <a:gd name="connsiteX0" fmla="*/ 0 w 906018"/>
                  <a:gd name="connsiteY0" fmla="*/ 0 h 390524"/>
                  <a:gd name="connsiteX1" fmla="*/ 906018 w 906018"/>
                  <a:gd name="connsiteY1" fmla="*/ 0 h 390524"/>
                  <a:gd name="connsiteX2" fmla="*/ 710756 w 906018"/>
                  <a:gd name="connsiteY2" fmla="*/ 390524 h 390524"/>
                  <a:gd name="connsiteX3" fmla="*/ 195263 w 906018"/>
                  <a:gd name="connsiteY3" fmla="*/ 390524 h 39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018" h="390524">
                    <a:moveTo>
                      <a:pt x="0" y="0"/>
                    </a:moveTo>
                    <a:lnTo>
                      <a:pt x="906018" y="0"/>
                    </a:lnTo>
                    <a:lnTo>
                      <a:pt x="710756" y="390524"/>
                    </a:lnTo>
                    <a:lnTo>
                      <a:pt x="195263" y="390524"/>
                    </a:lnTo>
                    <a:close/>
                  </a:path>
                </a:pathLst>
              </a:custGeom>
              <a:solidFill>
                <a:srgbClr val="24A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  <p:sp>
            <p:nvSpPr>
              <p:cNvPr id="20" name="شكل حر 19">
                <a:extLst>
                  <a:ext uri="{FF2B5EF4-FFF2-40B4-BE49-F238E27FC236}">
                    <a16:creationId xmlns:a16="http://schemas.microsoft.com/office/drawing/2014/main" id="{9D943D98-3CB1-75E1-F621-02B03648854F}"/>
                  </a:ext>
                </a:extLst>
              </p:cNvPr>
              <p:cNvSpPr/>
              <p:nvPr/>
            </p:nvSpPr>
            <p:spPr>
              <a:xfrm rot="5400000">
                <a:off x="10873085" y="5451456"/>
                <a:ext cx="627500" cy="270475"/>
              </a:xfrm>
              <a:custGeom>
                <a:avLst/>
                <a:gdLst>
                  <a:gd name="connsiteX0" fmla="*/ 0 w 906018"/>
                  <a:gd name="connsiteY0" fmla="*/ 390525 h 390526"/>
                  <a:gd name="connsiteX1" fmla="*/ 195263 w 906018"/>
                  <a:gd name="connsiteY1" fmla="*/ 0 h 390526"/>
                  <a:gd name="connsiteX2" fmla="*/ 710756 w 906018"/>
                  <a:gd name="connsiteY2" fmla="*/ 0 h 390526"/>
                  <a:gd name="connsiteX3" fmla="*/ 906018 w 906018"/>
                  <a:gd name="connsiteY3" fmla="*/ 390525 h 390526"/>
                  <a:gd name="connsiteX4" fmla="*/ 906018 w 906018"/>
                  <a:gd name="connsiteY4" fmla="*/ 390526 h 390526"/>
                  <a:gd name="connsiteX5" fmla="*/ 0 w 906018"/>
                  <a:gd name="connsiteY5" fmla="*/ 390526 h 3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6018" h="390526">
                    <a:moveTo>
                      <a:pt x="0" y="390525"/>
                    </a:moveTo>
                    <a:lnTo>
                      <a:pt x="195263" y="0"/>
                    </a:lnTo>
                    <a:lnTo>
                      <a:pt x="710756" y="0"/>
                    </a:lnTo>
                    <a:lnTo>
                      <a:pt x="906018" y="390525"/>
                    </a:lnTo>
                    <a:lnTo>
                      <a:pt x="906018" y="390526"/>
                    </a:lnTo>
                    <a:lnTo>
                      <a:pt x="0" y="390526"/>
                    </a:lnTo>
                    <a:close/>
                  </a:path>
                </a:pathLst>
              </a:cu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</p:grpSp>
        <p:grpSp>
          <p:nvGrpSpPr>
            <p:cNvPr id="35" name="مجموعة 34">
              <a:extLst>
                <a:ext uri="{FF2B5EF4-FFF2-40B4-BE49-F238E27FC236}">
                  <a16:creationId xmlns:a16="http://schemas.microsoft.com/office/drawing/2014/main" id="{65A0532D-7208-9A47-4C8B-109C3A8D215D}"/>
                </a:ext>
              </a:extLst>
            </p:cNvPr>
            <p:cNvGrpSpPr/>
            <p:nvPr/>
          </p:nvGrpSpPr>
          <p:grpSpPr>
            <a:xfrm>
              <a:off x="9019013" y="3754366"/>
              <a:ext cx="266330" cy="1206788"/>
              <a:chOff x="9019013" y="3754366"/>
              <a:chExt cx="266330" cy="1206788"/>
            </a:xfrm>
          </p:grpSpPr>
          <p:cxnSp>
            <p:nvCxnSpPr>
              <p:cNvPr id="31" name="موصل مستقيم 30">
                <a:extLst>
                  <a:ext uri="{FF2B5EF4-FFF2-40B4-BE49-F238E27FC236}">
                    <a16:creationId xmlns:a16="http://schemas.microsoft.com/office/drawing/2014/main" id="{A4196B7D-02B4-EB24-7F2D-C9A92F9CF23C}"/>
                  </a:ext>
                </a:extLst>
              </p:cNvPr>
              <p:cNvCxnSpPr>
                <a:cxnSpLocks/>
                <a:stCxn id="20" idx="3"/>
              </p:cNvCxnSpPr>
              <p:nvPr/>
            </p:nvCxnSpPr>
            <p:spPr>
              <a:xfrm>
                <a:off x="9152182" y="3754366"/>
                <a:ext cx="0" cy="897845"/>
              </a:xfrm>
              <a:prstGeom prst="line">
                <a:avLst/>
              </a:prstGeom>
              <a:ln>
                <a:solidFill>
                  <a:srgbClr val="B9A06B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سداسي 31">
                <a:extLst>
                  <a:ext uri="{FF2B5EF4-FFF2-40B4-BE49-F238E27FC236}">
                    <a16:creationId xmlns:a16="http://schemas.microsoft.com/office/drawing/2014/main" id="{29394D29-7A8A-3FA0-3FED-23CC899802B3}"/>
                  </a:ext>
                </a:extLst>
              </p:cNvPr>
              <p:cNvSpPr/>
              <p:nvPr/>
            </p:nvSpPr>
            <p:spPr>
              <a:xfrm rot="5400000">
                <a:off x="8997706" y="4673518"/>
                <a:ext cx="308943" cy="266330"/>
              </a:xfrm>
              <a:prstGeom prst="hexagon">
                <a:avLst/>
              </a:prstGeom>
              <a:solidFill>
                <a:srgbClr val="B59D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56" name="مجموعة 55">
            <a:extLst>
              <a:ext uri="{FF2B5EF4-FFF2-40B4-BE49-F238E27FC236}">
                <a16:creationId xmlns:a16="http://schemas.microsoft.com/office/drawing/2014/main" id="{42D5D4E1-0E7D-7570-E9DF-961EB6B79053}"/>
              </a:ext>
            </a:extLst>
          </p:cNvPr>
          <p:cNvGrpSpPr/>
          <p:nvPr/>
        </p:nvGrpSpPr>
        <p:grpSpPr>
          <a:xfrm>
            <a:off x="7090294" y="1730262"/>
            <a:ext cx="1055169" cy="2464538"/>
            <a:chOff x="7090294" y="1730262"/>
            <a:chExt cx="1055169" cy="2464538"/>
          </a:xfrm>
        </p:grpSpPr>
        <p:grpSp>
          <p:nvGrpSpPr>
            <p:cNvPr id="15" name="مجموعة 14">
              <a:extLst>
                <a:ext uri="{FF2B5EF4-FFF2-40B4-BE49-F238E27FC236}">
                  <a16:creationId xmlns:a16="http://schemas.microsoft.com/office/drawing/2014/main" id="{ABC19948-A962-03F6-7229-610897827422}"/>
                </a:ext>
              </a:extLst>
            </p:cNvPr>
            <p:cNvGrpSpPr/>
            <p:nvPr/>
          </p:nvGrpSpPr>
          <p:grpSpPr>
            <a:xfrm>
              <a:off x="7090294" y="1730262"/>
              <a:ext cx="1055169" cy="1223996"/>
              <a:chOff x="10781123" y="5272944"/>
              <a:chExt cx="540949" cy="627501"/>
            </a:xfrm>
          </p:grpSpPr>
          <p:sp>
            <p:nvSpPr>
              <p:cNvPr id="16" name="شكل حر 15">
                <a:extLst>
                  <a:ext uri="{FF2B5EF4-FFF2-40B4-BE49-F238E27FC236}">
                    <a16:creationId xmlns:a16="http://schemas.microsoft.com/office/drawing/2014/main" id="{FC9135B6-4D29-179D-9595-2E4988951E68}"/>
                  </a:ext>
                </a:extLst>
              </p:cNvPr>
              <p:cNvSpPr/>
              <p:nvPr/>
            </p:nvSpPr>
            <p:spPr>
              <a:xfrm rot="5400000">
                <a:off x="10602610" y="5451458"/>
                <a:ext cx="627500" cy="270473"/>
              </a:xfrm>
              <a:custGeom>
                <a:avLst/>
                <a:gdLst>
                  <a:gd name="connsiteX0" fmla="*/ 0 w 906018"/>
                  <a:gd name="connsiteY0" fmla="*/ 0 h 390524"/>
                  <a:gd name="connsiteX1" fmla="*/ 906018 w 906018"/>
                  <a:gd name="connsiteY1" fmla="*/ 0 h 390524"/>
                  <a:gd name="connsiteX2" fmla="*/ 710756 w 906018"/>
                  <a:gd name="connsiteY2" fmla="*/ 390524 h 390524"/>
                  <a:gd name="connsiteX3" fmla="*/ 195263 w 906018"/>
                  <a:gd name="connsiteY3" fmla="*/ 390524 h 39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018" h="390524">
                    <a:moveTo>
                      <a:pt x="0" y="0"/>
                    </a:moveTo>
                    <a:lnTo>
                      <a:pt x="906018" y="0"/>
                    </a:lnTo>
                    <a:lnTo>
                      <a:pt x="710756" y="390524"/>
                    </a:lnTo>
                    <a:lnTo>
                      <a:pt x="195263" y="390524"/>
                    </a:lnTo>
                    <a:close/>
                  </a:path>
                </a:pathLst>
              </a:custGeom>
              <a:solidFill>
                <a:srgbClr val="24A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  <p:sp>
            <p:nvSpPr>
              <p:cNvPr id="17" name="شكل حر 16">
                <a:extLst>
                  <a:ext uri="{FF2B5EF4-FFF2-40B4-BE49-F238E27FC236}">
                    <a16:creationId xmlns:a16="http://schemas.microsoft.com/office/drawing/2014/main" id="{C29DB59D-93D9-E757-58CC-A9F8F5A3038D}"/>
                  </a:ext>
                </a:extLst>
              </p:cNvPr>
              <p:cNvSpPr/>
              <p:nvPr/>
            </p:nvSpPr>
            <p:spPr>
              <a:xfrm rot="5400000">
                <a:off x="10873085" y="5451456"/>
                <a:ext cx="627500" cy="270475"/>
              </a:xfrm>
              <a:custGeom>
                <a:avLst/>
                <a:gdLst>
                  <a:gd name="connsiteX0" fmla="*/ 0 w 906018"/>
                  <a:gd name="connsiteY0" fmla="*/ 390525 h 390526"/>
                  <a:gd name="connsiteX1" fmla="*/ 195263 w 906018"/>
                  <a:gd name="connsiteY1" fmla="*/ 0 h 390526"/>
                  <a:gd name="connsiteX2" fmla="*/ 710756 w 906018"/>
                  <a:gd name="connsiteY2" fmla="*/ 0 h 390526"/>
                  <a:gd name="connsiteX3" fmla="*/ 906018 w 906018"/>
                  <a:gd name="connsiteY3" fmla="*/ 390525 h 390526"/>
                  <a:gd name="connsiteX4" fmla="*/ 906018 w 906018"/>
                  <a:gd name="connsiteY4" fmla="*/ 390526 h 390526"/>
                  <a:gd name="connsiteX5" fmla="*/ 0 w 906018"/>
                  <a:gd name="connsiteY5" fmla="*/ 390526 h 3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6018" h="390526">
                    <a:moveTo>
                      <a:pt x="0" y="390525"/>
                    </a:moveTo>
                    <a:lnTo>
                      <a:pt x="195263" y="0"/>
                    </a:lnTo>
                    <a:lnTo>
                      <a:pt x="710756" y="0"/>
                    </a:lnTo>
                    <a:lnTo>
                      <a:pt x="906018" y="390525"/>
                    </a:lnTo>
                    <a:lnTo>
                      <a:pt x="906018" y="390526"/>
                    </a:lnTo>
                    <a:lnTo>
                      <a:pt x="0" y="390526"/>
                    </a:lnTo>
                    <a:close/>
                  </a:path>
                </a:pathLst>
              </a:cu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</p:grpSp>
        <p:grpSp>
          <p:nvGrpSpPr>
            <p:cNvPr id="36" name="مجموعة 35">
              <a:extLst>
                <a:ext uri="{FF2B5EF4-FFF2-40B4-BE49-F238E27FC236}">
                  <a16:creationId xmlns:a16="http://schemas.microsoft.com/office/drawing/2014/main" id="{9D238E3E-3464-C749-73EF-72873517A85C}"/>
                </a:ext>
              </a:extLst>
            </p:cNvPr>
            <p:cNvGrpSpPr/>
            <p:nvPr/>
          </p:nvGrpSpPr>
          <p:grpSpPr>
            <a:xfrm>
              <a:off x="7495013" y="2988012"/>
              <a:ext cx="266330" cy="1206788"/>
              <a:chOff x="9019013" y="3754366"/>
              <a:chExt cx="266330" cy="1206788"/>
            </a:xfrm>
          </p:grpSpPr>
          <p:cxnSp>
            <p:nvCxnSpPr>
              <p:cNvPr id="37" name="موصل مستقيم 36">
                <a:extLst>
                  <a:ext uri="{FF2B5EF4-FFF2-40B4-BE49-F238E27FC236}">
                    <a16:creationId xmlns:a16="http://schemas.microsoft.com/office/drawing/2014/main" id="{86FF43DF-C5F4-30B9-F8B9-CE8602693F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2182" y="3754366"/>
                <a:ext cx="0" cy="897845"/>
              </a:xfrm>
              <a:prstGeom prst="line">
                <a:avLst/>
              </a:prstGeom>
              <a:ln>
                <a:solidFill>
                  <a:srgbClr val="B9A06B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سداسي 37">
                <a:extLst>
                  <a:ext uri="{FF2B5EF4-FFF2-40B4-BE49-F238E27FC236}">
                    <a16:creationId xmlns:a16="http://schemas.microsoft.com/office/drawing/2014/main" id="{5546DEBA-DC46-EA68-4615-F0BC4B86E0AB}"/>
                  </a:ext>
                </a:extLst>
              </p:cNvPr>
              <p:cNvSpPr/>
              <p:nvPr/>
            </p:nvSpPr>
            <p:spPr>
              <a:xfrm rot="5400000">
                <a:off x="8997706" y="4673518"/>
                <a:ext cx="308943" cy="266330"/>
              </a:xfrm>
              <a:prstGeom prst="hexagon">
                <a:avLst/>
              </a:prstGeom>
              <a:solidFill>
                <a:srgbClr val="B59D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 dirty="0"/>
              </a:p>
            </p:txBody>
          </p:sp>
        </p:grpSp>
      </p:grpSp>
      <p:grpSp>
        <p:nvGrpSpPr>
          <p:cNvPr id="55" name="مجموعة 54">
            <a:extLst>
              <a:ext uri="{FF2B5EF4-FFF2-40B4-BE49-F238E27FC236}">
                <a16:creationId xmlns:a16="http://schemas.microsoft.com/office/drawing/2014/main" id="{F17AF52E-9075-79C2-395B-E397125C402F}"/>
              </a:ext>
            </a:extLst>
          </p:cNvPr>
          <p:cNvGrpSpPr/>
          <p:nvPr/>
        </p:nvGrpSpPr>
        <p:grpSpPr>
          <a:xfrm>
            <a:off x="5555991" y="2530373"/>
            <a:ext cx="1055169" cy="2422073"/>
            <a:chOff x="5555991" y="2530373"/>
            <a:chExt cx="1055169" cy="2422073"/>
          </a:xfrm>
        </p:grpSpPr>
        <p:grpSp>
          <p:nvGrpSpPr>
            <p:cNvPr id="12" name="مجموعة 11">
              <a:extLst>
                <a:ext uri="{FF2B5EF4-FFF2-40B4-BE49-F238E27FC236}">
                  <a16:creationId xmlns:a16="http://schemas.microsoft.com/office/drawing/2014/main" id="{B088F649-6DDE-9DFC-DA18-DC3EA10527F3}"/>
                </a:ext>
              </a:extLst>
            </p:cNvPr>
            <p:cNvGrpSpPr/>
            <p:nvPr/>
          </p:nvGrpSpPr>
          <p:grpSpPr>
            <a:xfrm>
              <a:off x="5555991" y="2530373"/>
              <a:ext cx="1055169" cy="1223996"/>
              <a:chOff x="10781123" y="5272944"/>
              <a:chExt cx="540949" cy="627501"/>
            </a:xfrm>
          </p:grpSpPr>
          <p:sp>
            <p:nvSpPr>
              <p:cNvPr id="13" name="شكل حر 12">
                <a:extLst>
                  <a:ext uri="{FF2B5EF4-FFF2-40B4-BE49-F238E27FC236}">
                    <a16:creationId xmlns:a16="http://schemas.microsoft.com/office/drawing/2014/main" id="{01017B26-B663-C559-B630-31375373B93D}"/>
                  </a:ext>
                </a:extLst>
              </p:cNvPr>
              <p:cNvSpPr/>
              <p:nvPr/>
            </p:nvSpPr>
            <p:spPr>
              <a:xfrm rot="5400000">
                <a:off x="10602610" y="5451458"/>
                <a:ext cx="627500" cy="270473"/>
              </a:xfrm>
              <a:custGeom>
                <a:avLst/>
                <a:gdLst>
                  <a:gd name="connsiteX0" fmla="*/ 0 w 906018"/>
                  <a:gd name="connsiteY0" fmla="*/ 0 h 390524"/>
                  <a:gd name="connsiteX1" fmla="*/ 906018 w 906018"/>
                  <a:gd name="connsiteY1" fmla="*/ 0 h 390524"/>
                  <a:gd name="connsiteX2" fmla="*/ 710756 w 906018"/>
                  <a:gd name="connsiteY2" fmla="*/ 390524 h 390524"/>
                  <a:gd name="connsiteX3" fmla="*/ 195263 w 906018"/>
                  <a:gd name="connsiteY3" fmla="*/ 390524 h 39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018" h="390524">
                    <a:moveTo>
                      <a:pt x="0" y="0"/>
                    </a:moveTo>
                    <a:lnTo>
                      <a:pt x="906018" y="0"/>
                    </a:lnTo>
                    <a:lnTo>
                      <a:pt x="710756" y="390524"/>
                    </a:lnTo>
                    <a:lnTo>
                      <a:pt x="195263" y="390524"/>
                    </a:lnTo>
                    <a:close/>
                  </a:path>
                </a:pathLst>
              </a:custGeom>
              <a:solidFill>
                <a:srgbClr val="24A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  <p:sp>
            <p:nvSpPr>
              <p:cNvPr id="14" name="شكل حر 13">
                <a:extLst>
                  <a:ext uri="{FF2B5EF4-FFF2-40B4-BE49-F238E27FC236}">
                    <a16:creationId xmlns:a16="http://schemas.microsoft.com/office/drawing/2014/main" id="{E744362C-06B1-EEB3-2D94-95C147A1396F}"/>
                  </a:ext>
                </a:extLst>
              </p:cNvPr>
              <p:cNvSpPr/>
              <p:nvPr/>
            </p:nvSpPr>
            <p:spPr>
              <a:xfrm rot="5400000">
                <a:off x="10873085" y="5451456"/>
                <a:ext cx="627500" cy="270475"/>
              </a:xfrm>
              <a:custGeom>
                <a:avLst/>
                <a:gdLst>
                  <a:gd name="connsiteX0" fmla="*/ 0 w 906018"/>
                  <a:gd name="connsiteY0" fmla="*/ 390525 h 390526"/>
                  <a:gd name="connsiteX1" fmla="*/ 195263 w 906018"/>
                  <a:gd name="connsiteY1" fmla="*/ 0 h 390526"/>
                  <a:gd name="connsiteX2" fmla="*/ 710756 w 906018"/>
                  <a:gd name="connsiteY2" fmla="*/ 0 h 390526"/>
                  <a:gd name="connsiteX3" fmla="*/ 906018 w 906018"/>
                  <a:gd name="connsiteY3" fmla="*/ 390525 h 390526"/>
                  <a:gd name="connsiteX4" fmla="*/ 906018 w 906018"/>
                  <a:gd name="connsiteY4" fmla="*/ 390526 h 390526"/>
                  <a:gd name="connsiteX5" fmla="*/ 0 w 906018"/>
                  <a:gd name="connsiteY5" fmla="*/ 390526 h 3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6018" h="390526">
                    <a:moveTo>
                      <a:pt x="0" y="390525"/>
                    </a:moveTo>
                    <a:lnTo>
                      <a:pt x="195263" y="0"/>
                    </a:lnTo>
                    <a:lnTo>
                      <a:pt x="710756" y="0"/>
                    </a:lnTo>
                    <a:lnTo>
                      <a:pt x="906018" y="390525"/>
                    </a:lnTo>
                    <a:lnTo>
                      <a:pt x="906018" y="390526"/>
                    </a:lnTo>
                    <a:lnTo>
                      <a:pt x="0" y="390526"/>
                    </a:lnTo>
                    <a:close/>
                  </a:path>
                </a:pathLst>
              </a:cu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</p:grpSp>
        <p:grpSp>
          <p:nvGrpSpPr>
            <p:cNvPr id="39" name="مجموعة 38">
              <a:extLst>
                <a:ext uri="{FF2B5EF4-FFF2-40B4-BE49-F238E27FC236}">
                  <a16:creationId xmlns:a16="http://schemas.microsoft.com/office/drawing/2014/main" id="{12D6FF6F-F7EE-5F52-C2EA-6AEE7746D090}"/>
                </a:ext>
              </a:extLst>
            </p:cNvPr>
            <p:cNvGrpSpPr/>
            <p:nvPr/>
          </p:nvGrpSpPr>
          <p:grpSpPr>
            <a:xfrm>
              <a:off x="5953596" y="3745658"/>
              <a:ext cx="266330" cy="1206788"/>
              <a:chOff x="9019013" y="3754366"/>
              <a:chExt cx="266330" cy="1206788"/>
            </a:xfrm>
          </p:grpSpPr>
          <p:cxnSp>
            <p:nvCxnSpPr>
              <p:cNvPr id="40" name="موصل مستقيم 39">
                <a:extLst>
                  <a:ext uri="{FF2B5EF4-FFF2-40B4-BE49-F238E27FC236}">
                    <a16:creationId xmlns:a16="http://schemas.microsoft.com/office/drawing/2014/main" id="{02C793F1-0D38-1444-0725-848AC2266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2182" y="3754366"/>
                <a:ext cx="0" cy="897845"/>
              </a:xfrm>
              <a:prstGeom prst="line">
                <a:avLst/>
              </a:prstGeom>
              <a:ln>
                <a:solidFill>
                  <a:srgbClr val="B9A06B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سداسي 40">
                <a:extLst>
                  <a:ext uri="{FF2B5EF4-FFF2-40B4-BE49-F238E27FC236}">
                    <a16:creationId xmlns:a16="http://schemas.microsoft.com/office/drawing/2014/main" id="{C1AEAE0E-1568-A6B9-1289-0663C259F3AA}"/>
                  </a:ext>
                </a:extLst>
              </p:cNvPr>
              <p:cNvSpPr/>
              <p:nvPr/>
            </p:nvSpPr>
            <p:spPr>
              <a:xfrm rot="5400000">
                <a:off x="8997706" y="4673518"/>
                <a:ext cx="308943" cy="266330"/>
              </a:xfrm>
              <a:prstGeom prst="hexagon">
                <a:avLst/>
              </a:prstGeom>
              <a:solidFill>
                <a:srgbClr val="B59D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54" name="مجموعة 53">
            <a:extLst>
              <a:ext uri="{FF2B5EF4-FFF2-40B4-BE49-F238E27FC236}">
                <a16:creationId xmlns:a16="http://schemas.microsoft.com/office/drawing/2014/main" id="{EB807D60-E7B0-F66A-856C-8B2F7625D1BB}"/>
              </a:ext>
            </a:extLst>
          </p:cNvPr>
          <p:cNvGrpSpPr/>
          <p:nvPr/>
        </p:nvGrpSpPr>
        <p:grpSpPr>
          <a:xfrm>
            <a:off x="4021688" y="1730262"/>
            <a:ext cx="1055169" cy="2525498"/>
            <a:chOff x="4021688" y="1730262"/>
            <a:chExt cx="1055169" cy="2525498"/>
          </a:xfrm>
        </p:grpSpPr>
        <p:grpSp>
          <p:nvGrpSpPr>
            <p:cNvPr id="9" name="مجموعة 8">
              <a:extLst>
                <a:ext uri="{FF2B5EF4-FFF2-40B4-BE49-F238E27FC236}">
                  <a16:creationId xmlns:a16="http://schemas.microsoft.com/office/drawing/2014/main" id="{6B88488E-E086-24FC-FD89-9DC6773CD780}"/>
                </a:ext>
              </a:extLst>
            </p:cNvPr>
            <p:cNvGrpSpPr/>
            <p:nvPr/>
          </p:nvGrpSpPr>
          <p:grpSpPr>
            <a:xfrm>
              <a:off x="4021688" y="1730262"/>
              <a:ext cx="1055169" cy="1223996"/>
              <a:chOff x="10781123" y="5272944"/>
              <a:chExt cx="540949" cy="627501"/>
            </a:xfrm>
          </p:grpSpPr>
          <p:sp>
            <p:nvSpPr>
              <p:cNvPr id="10" name="شكل حر 9">
                <a:extLst>
                  <a:ext uri="{FF2B5EF4-FFF2-40B4-BE49-F238E27FC236}">
                    <a16:creationId xmlns:a16="http://schemas.microsoft.com/office/drawing/2014/main" id="{DAF85ACB-717B-1287-2B1F-7FDE14EDD5F5}"/>
                  </a:ext>
                </a:extLst>
              </p:cNvPr>
              <p:cNvSpPr/>
              <p:nvPr/>
            </p:nvSpPr>
            <p:spPr>
              <a:xfrm rot="5400000">
                <a:off x="10602610" y="5451458"/>
                <a:ext cx="627500" cy="270473"/>
              </a:xfrm>
              <a:custGeom>
                <a:avLst/>
                <a:gdLst>
                  <a:gd name="connsiteX0" fmla="*/ 0 w 906018"/>
                  <a:gd name="connsiteY0" fmla="*/ 0 h 390524"/>
                  <a:gd name="connsiteX1" fmla="*/ 906018 w 906018"/>
                  <a:gd name="connsiteY1" fmla="*/ 0 h 390524"/>
                  <a:gd name="connsiteX2" fmla="*/ 710756 w 906018"/>
                  <a:gd name="connsiteY2" fmla="*/ 390524 h 390524"/>
                  <a:gd name="connsiteX3" fmla="*/ 195263 w 906018"/>
                  <a:gd name="connsiteY3" fmla="*/ 390524 h 39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018" h="390524">
                    <a:moveTo>
                      <a:pt x="0" y="0"/>
                    </a:moveTo>
                    <a:lnTo>
                      <a:pt x="906018" y="0"/>
                    </a:lnTo>
                    <a:lnTo>
                      <a:pt x="710756" y="390524"/>
                    </a:lnTo>
                    <a:lnTo>
                      <a:pt x="195263" y="390524"/>
                    </a:lnTo>
                    <a:close/>
                  </a:path>
                </a:pathLst>
              </a:custGeom>
              <a:solidFill>
                <a:srgbClr val="24A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  <p:sp>
            <p:nvSpPr>
              <p:cNvPr id="11" name="شكل حر 10">
                <a:extLst>
                  <a:ext uri="{FF2B5EF4-FFF2-40B4-BE49-F238E27FC236}">
                    <a16:creationId xmlns:a16="http://schemas.microsoft.com/office/drawing/2014/main" id="{5962ED09-C084-F842-1E37-199BF105E56A}"/>
                  </a:ext>
                </a:extLst>
              </p:cNvPr>
              <p:cNvSpPr/>
              <p:nvPr/>
            </p:nvSpPr>
            <p:spPr>
              <a:xfrm rot="5400000">
                <a:off x="10873085" y="5451456"/>
                <a:ext cx="627500" cy="270475"/>
              </a:xfrm>
              <a:custGeom>
                <a:avLst/>
                <a:gdLst>
                  <a:gd name="connsiteX0" fmla="*/ 0 w 906018"/>
                  <a:gd name="connsiteY0" fmla="*/ 390525 h 390526"/>
                  <a:gd name="connsiteX1" fmla="*/ 195263 w 906018"/>
                  <a:gd name="connsiteY1" fmla="*/ 0 h 390526"/>
                  <a:gd name="connsiteX2" fmla="*/ 710756 w 906018"/>
                  <a:gd name="connsiteY2" fmla="*/ 0 h 390526"/>
                  <a:gd name="connsiteX3" fmla="*/ 906018 w 906018"/>
                  <a:gd name="connsiteY3" fmla="*/ 390525 h 390526"/>
                  <a:gd name="connsiteX4" fmla="*/ 906018 w 906018"/>
                  <a:gd name="connsiteY4" fmla="*/ 390526 h 390526"/>
                  <a:gd name="connsiteX5" fmla="*/ 0 w 906018"/>
                  <a:gd name="connsiteY5" fmla="*/ 390526 h 3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6018" h="390526">
                    <a:moveTo>
                      <a:pt x="0" y="390525"/>
                    </a:moveTo>
                    <a:lnTo>
                      <a:pt x="195263" y="0"/>
                    </a:lnTo>
                    <a:lnTo>
                      <a:pt x="710756" y="0"/>
                    </a:lnTo>
                    <a:lnTo>
                      <a:pt x="906018" y="390525"/>
                    </a:lnTo>
                    <a:lnTo>
                      <a:pt x="906018" y="390526"/>
                    </a:lnTo>
                    <a:lnTo>
                      <a:pt x="0" y="390526"/>
                    </a:lnTo>
                    <a:close/>
                  </a:path>
                </a:pathLst>
              </a:cu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</p:grpSp>
        <p:grpSp>
          <p:nvGrpSpPr>
            <p:cNvPr id="42" name="مجموعة 41">
              <a:extLst>
                <a:ext uri="{FF2B5EF4-FFF2-40B4-BE49-F238E27FC236}">
                  <a16:creationId xmlns:a16="http://schemas.microsoft.com/office/drawing/2014/main" id="{451DA7EE-5944-0C11-03EC-B59B29104E8C}"/>
                </a:ext>
              </a:extLst>
            </p:cNvPr>
            <p:cNvGrpSpPr/>
            <p:nvPr/>
          </p:nvGrpSpPr>
          <p:grpSpPr>
            <a:xfrm>
              <a:off x="4420888" y="3048972"/>
              <a:ext cx="266330" cy="1206788"/>
              <a:chOff x="9019013" y="3754366"/>
              <a:chExt cx="266330" cy="1206788"/>
            </a:xfrm>
          </p:grpSpPr>
          <p:cxnSp>
            <p:nvCxnSpPr>
              <p:cNvPr id="43" name="موصل مستقيم 42">
                <a:extLst>
                  <a:ext uri="{FF2B5EF4-FFF2-40B4-BE49-F238E27FC236}">
                    <a16:creationId xmlns:a16="http://schemas.microsoft.com/office/drawing/2014/main" id="{6B0A0A29-6340-EF8D-58B6-B180952CBF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2182" y="3754366"/>
                <a:ext cx="0" cy="897845"/>
              </a:xfrm>
              <a:prstGeom prst="line">
                <a:avLst/>
              </a:prstGeom>
              <a:ln>
                <a:solidFill>
                  <a:srgbClr val="B9A06B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سداسي 43">
                <a:extLst>
                  <a:ext uri="{FF2B5EF4-FFF2-40B4-BE49-F238E27FC236}">
                    <a16:creationId xmlns:a16="http://schemas.microsoft.com/office/drawing/2014/main" id="{BAEFDCFE-7D68-2C9C-4E61-6174AF19E64F}"/>
                  </a:ext>
                </a:extLst>
              </p:cNvPr>
              <p:cNvSpPr/>
              <p:nvPr/>
            </p:nvSpPr>
            <p:spPr>
              <a:xfrm rot="5400000">
                <a:off x="8997706" y="4673518"/>
                <a:ext cx="308943" cy="266330"/>
              </a:xfrm>
              <a:prstGeom prst="hexagon">
                <a:avLst/>
              </a:prstGeom>
              <a:solidFill>
                <a:srgbClr val="B59D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53" name="مجموعة 52">
            <a:extLst>
              <a:ext uri="{FF2B5EF4-FFF2-40B4-BE49-F238E27FC236}">
                <a16:creationId xmlns:a16="http://schemas.microsoft.com/office/drawing/2014/main" id="{B7790A0B-200E-931D-5253-FD902FA3AE60}"/>
              </a:ext>
            </a:extLst>
          </p:cNvPr>
          <p:cNvGrpSpPr/>
          <p:nvPr/>
        </p:nvGrpSpPr>
        <p:grpSpPr>
          <a:xfrm>
            <a:off x="2487385" y="2530373"/>
            <a:ext cx="1055169" cy="2439490"/>
            <a:chOff x="2487385" y="2530373"/>
            <a:chExt cx="1055169" cy="2439490"/>
          </a:xfrm>
        </p:grpSpPr>
        <p:grpSp>
          <p:nvGrpSpPr>
            <p:cNvPr id="8" name="مجموعة 7">
              <a:extLst>
                <a:ext uri="{FF2B5EF4-FFF2-40B4-BE49-F238E27FC236}">
                  <a16:creationId xmlns:a16="http://schemas.microsoft.com/office/drawing/2014/main" id="{F860DCDB-6C16-35E1-BD49-7F8A41A175E5}"/>
                </a:ext>
              </a:extLst>
            </p:cNvPr>
            <p:cNvGrpSpPr/>
            <p:nvPr/>
          </p:nvGrpSpPr>
          <p:grpSpPr>
            <a:xfrm>
              <a:off x="2487385" y="2530373"/>
              <a:ext cx="1055169" cy="1223996"/>
              <a:chOff x="10781123" y="5272944"/>
              <a:chExt cx="540949" cy="627501"/>
            </a:xfrm>
          </p:grpSpPr>
          <p:sp>
            <p:nvSpPr>
              <p:cNvPr id="7" name="شكل حر 6">
                <a:extLst>
                  <a:ext uri="{FF2B5EF4-FFF2-40B4-BE49-F238E27FC236}">
                    <a16:creationId xmlns:a16="http://schemas.microsoft.com/office/drawing/2014/main" id="{1D4A5518-4410-219F-3F80-174F42A8348A}"/>
                  </a:ext>
                </a:extLst>
              </p:cNvPr>
              <p:cNvSpPr/>
              <p:nvPr/>
            </p:nvSpPr>
            <p:spPr>
              <a:xfrm rot="5400000">
                <a:off x="10602610" y="5451458"/>
                <a:ext cx="627500" cy="270473"/>
              </a:xfrm>
              <a:custGeom>
                <a:avLst/>
                <a:gdLst>
                  <a:gd name="connsiteX0" fmla="*/ 0 w 906018"/>
                  <a:gd name="connsiteY0" fmla="*/ 0 h 390524"/>
                  <a:gd name="connsiteX1" fmla="*/ 906018 w 906018"/>
                  <a:gd name="connsiteY1" fmla="*/ 0 h 390524"/>
                  <a:gd name="connsiteX2" fmla="*/ 710756 w 906018"/>
                  <a:gd name="connsiteY2" fmla="*/ 390524 h 390524"/>
                  <a:gd name="connsiteX3" fmla="*/ 195263 w 906018"/>
                  <a:gd name="connsiteY3" fmla="*/ 390524 h 39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6018" h="390524">
                    <a:moveTo>
                      <a:pt x="0" y="0"/>
                    </a:moveTo>
                    <a:lnTo>
                      <a:pt x="906018" y="0"/>
                    </a:lnTo>
                    <a:lnTo>
                      <a:pt x="710756" y="390524"/>
                    </a:lnTo>
                    <a:lnTo>
                      <a:pt x="195263" y="390524"/>
                    </a:lnTo>
                    <a:close/>
                  </a:path>
                </a:pathLst>
              </a:custGeom>
              <a:solidFill>
                <a:srgbClr val="24A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  <p:sp>
            <p:nvSpPr>
              <p:cNvPr id="6" name="شكل حر 5">
                <a:extLst>
                  <a:ext uri="{FF2B5EF4-FFF2-40B4-BE49-F238E27FC236}">
                    <a16:creationId xmlns:a16="http://schemas.microsoft.com/office/drawing/2014/main" id="{F856C829-BB00-DF2B-9BB5-00CB8305502B}"/>
                  </a:ext>
                </a:extLst>
              </p:cNvPr>
              <p:cNvSpPr/>
              <p:nvPr/>
            </p:nvSpPr>
            <p:spPr>
              <a:xfrm rot="5400000">
                <a:off x="10873085" y="5451456"/>
                <a:ext cx="627500" cy="270475"/>
              </a:xfrm>
              <a:custGeom>
                <a:avLst/>
                <a:gdLst>
                  <a:gd name="connsiteX0" fmla="*/ 0 w 906018"/>
                  <a:gd name="connsiteY0" fmla="*/ 390525 h 390526"/>
                  <a:gd name="connsiteX1" fmla="*/ 195263 w 906018"/>
                  <a:gd name="connsiteY1" fmla="*/ 0 h 390526"/>
                  <a:gd name="connsiteX2" fmla="*/ 710756 w 906018"/>
                  <a:gd name="connsiteY2" fmla="*/ 0 h 390526"/>
                  <a:gd name="connsiteX3" fmla="*/ 906018 w 906018"/>
                  <a:gd name="connsiteY3" fmla="*/ 390525 h 390526"/>
                  <a:gd name="connsiteX4" fmla="*/ 906018 w 906018"/>
                  <a:gd name="connsiteY4" fmla="*/ 390526 h 390526"/>
                  <a:gd name="connsiteX5" fmla="*/ 0 w 906018"/>
                  <a:gd name="connsiteY5" fmla="*/ 390526 h 3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6018" h="390526">
                    <a:moveTo>
                      <a:pt x="0" y="390525"/>
                    </a:moveTo>
                    <a:lnTo>
                      <a:pt x="195263" y="0"/>
                    </a:lnTo>
                    <a:lnTo>
                      <a:pt x="710756" y="0"/>
                    </a:lnTo>
                    <a:lnTo>
                      <a:pt x="906018" y="390525"/>
                    </a:lnTo>
                    <a:lnTo>
                      <a:pt x="906018" y="390526"/>
                    </a:lnTo>
                    <a:lnTo>
                      <a:pt x="0" y="390526"/>
                    </a:lnTo>
                    <a:close/>
                  </a:path>
                </a:pathLst>
              </a:cu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SA"/>
              </a:p>
            </p:txBody>
          </p:sp>
        </p:grpSp>
        <p:grpSp>
          <p:nvGrpSpPr>
            <p:cNvPr id="45" name="مجموعة 44">
              <a:extLst>
                <a:ext uri="{FF2B5EF4-FFF2-40B4-BE49-F238E27FC236}">
                  <a16:creationId xmlns:a16="http://schemas.microsoft.com/office/drawing/2014/main" id="{6685B69F-DF3A-A8DD-0A0F-7C7E6E509C31}"/>
                </a:ext>
              </a:extLst>
            </p:cNvPr>
            <p:cNvGrpSpPr/>
            <p:nvPr/>
          </p:nvGrpSpPr>
          <p:grpSpPr>
            <a:xfrm>
              <a:off x="2879471" y="3763075"/>
              <a:ext cx="266330" cy="1206788"/>
              <a:chOff x="9019013" y="3754366"/>
              <a:chExt cx="266330" cy="1206788"/>
            </a:xfrm>
          </p:grpSpPr>
          <p:cxnSp>
            <p:nvCxnSpPr>
              <p:cNvPr id="46" name="موصل مستقيم 45">
                <a:extLst>
                  <a:ext uri="{FF2B5EF4-FFF2-40B4-BE49-F238E27FC236}">
                    <a16:creationId xmlns:a16="http://schemas.microsoft.com/office/drawing/2014/main" id="{7095FBAC-B394-3B83-7C98-7DD7E29F54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2182" y="3754366"/>
                <a:ext cx="0" cy="897845"/>
              </a:xfrm>
              <a:prstGeom prst="line">
                <a:avLst/>
              </a:prstGeom>
              <a:ln>
                <a:solidFill>
                  <a:srgbClr val="B9A06B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سداسي 46">
                <a:extLst>
                  <a:ext uri="{FF2B5EF4-FFF2-40B4-BE49-F238E27FC236}">
                    <a16:creationId xmlns:a16="http://schemas.microsoft.com/office/drawing/2014/main" id="{872E9CDD-1CEF-31BE-CA75-34CBC74E685E}"/>
                  </a:ext>
                </a:extLst>
              </p:cNvPr>
              <p:cNvSpPr/>
              <p:nvPr/>
            </p:nvSpPr>
            <p:spPr>
              <a:xfrm rot="5400000">
                <a:off x="8997706" y="4673518"/>
                <a:ext cx="308943" cy="266330"/>
              </a:xfrm>
              <a:prstGeom prst="hexagon">
                <a:avLst/>
              </a:prstGeom>
              <a:solidFill>
                <a:srgbClr val="B59D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pic>
        <p:nvPicPr>
          <p:cNvPr id="21" name="صورة 20">
            <a:extLst>
              <a:ext uri="{FF2B5EF4-FFF2-40B4-BE49-F238E27FC236}">
                <a16:creationId xmlns:a16="http://schemas.microsoft.com/office/drawing/2014/main" id="{4D5EA8D7-EB4A-931F-E2EE-52F3EF79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536" y="2839963"/>
            <a:ext cx="731285" cy="548464"/>
          </a:xfrm>
          <a:prstGeom prst="rect">
            <a:avLst/>
          </a:prstGeom>
        </p:spPr>
      </p:pic>
      <p:pic>
        <p:nvPicPr>
          <p:cNvPr id="22" name="صورة 21">
            <a:extLst>
              <a:ext uri="{FF2B5EF4-FFF2-40B4-BE49-F238E27FC236}">
                <a16:creationId xmlns:a16="http://schemas.microsoft.com/office/drawing/2014/main" id="{61F5CDC9-B8C8-AEC1-0B82-8ED266199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62" y="1990536"/>
            <a:ext cx="527581" cy="703441"/>
          </a:xfrm>
          <a:prstGeom prst="rect">
            <a:avLst/>
          </a:prstGeom>
        </p:spPr>
      </p:pic>
      <p:pic>
        <p:nvPicPr>
          <p:cNvPr id="23" name="صورة 22">
            <a:extLst>
              <a:ext uri="{FF2B5EF4-FFF2-40B4-BE49-F238E27FC236}">
                <a16:creationId xmlns:a16="http://schemas.microsoft.com/office/drawing/2014/main" id="{46415E80-D713-095B-5099-3EA4B9CA0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920" y="2839963"/>
            <a:ext cx="719307" cy="539480"/>
          </a:xfrm>
          <a:prstGeom prst="rect">
            <a:avLst/>
          </a:prstGeom>
        </p:spPr>
      </p:pic>
      <p:pic>
        <p:nvPicPr>
          <p:cNvPr id="24" name="صورة 23">
            <a:extLst>
              <a:ext uri="{FF2B5EF4-FFF2-40B4-BE49-F238E27FC236}">
                <a16:creationId xmlns:a16="http://schemas.microsoft.com/office/drawing/2014/main" id="{82D6D2CB-0108-2FD6-7033-6CC64D491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589" y="1990536"/>
            <a:ext cx="473363" cy="631151"/>
          </a:xfrm>
          <a:prstGeom prst="rect">
            <a:avLst/>
          </a:prstGeom>
        </p:spPr>
      </p:pic>
      <p:pic>
        <p:nvPicPr>
          <p:cNvPr id="25" name="صورة 24">
            <a:extLst>
              <a:ext uri="{FF2B5EF4-FFF2-40B4-BE49-F238E27FC236}">
                <a16:creationId xmlns:a16="http://schemas.microsoft.com/office/drawing/2014/main" id="{2C200281-6806-8220-0EBA-AD7C4DC93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315" y="2782714"/>
            <a:ext cx="719307" cy="719307"/>
          </a:xfrm>
          <a:prstGeom prst="rect">
            <a:avLst/>
          </a:prstGeom>
        </p:spPr>
      </p:pic>
      <p:sp>
        <p:nvSpPr>
          <p:cNvPr id="26" name="مربع نص 25">
            <a:extLst>
              <a:ext uri="{FF2B5EF4-FFF2-40B4-BE49-F238E27FC236}">
                <a16:creationId xmlns:a16="http://schemas.microsoft.com/office/drawing/2014/main" id="{1C4691F6-2F74-8665-FEDF-D8917F75CBD0}"/>
              </a:ext>
            </a:extLst>
          </p:cNvPr>
          <p:cNvSpPr txBox="1"/>
          <p:nvPr/>
        </p:nvSpPr>
        <p:spPr>
          <a:xfrm>
            <a:off x="3836271" y="596143"/>
            <a:ext cx="430919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400" b="1" dirty="0">
                <a:solidFill>
                  <a:srgbClr val="B59D6B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27" name="سداسي 26">
            <a:extLst>
              <a:ext uri="{FF2B5EF4-FFF2-40B4-BE49-F238E27FC236}">
                <a16:creationId xmlns:a16="http://schemas.microsoft.com/office/drawing/2014/main" id="{9474B941-3C23-DAE6-EB77-18E5EA3CDFD7}"/>
              </a:ext>
            </a:extLst>
          </p:cNvPr>
          <p:cNvSpPr/>
          <p:nvPr/>
        </p:nvSpPr>
        <p:spPr>
          <a:xfrm rot="5400000">
            <a:off x="8129210" y="693810"/>
            <a:ext cx="308943" cy="26633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48" name="مربع نص 47">
            <a:extLst>
              <a:ext uri="{FF2B5EF4-FFF2-40B4-BE49-F238E27FC236}">
                <a16:creationId xmlns:a16="http://schemas.microsoft.com/office/drawing/2014/main" id="{D421D78A-B1F5-8F38-0491-014DC2FE5BC4}"/>
              </a:ext>
            </a:extLst>
          </p:cNvPr>
          <p:cNvSpPr txBox="1"/>
          <p:nvPr/>
        </p:nvSpPr>
        <p:spPr>
          <a:xfrm>
            <a:off x="8145464" y="5126401"/>
            <a:ext cx="18643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justLow" defTabSz="914400" eaLnBrk="1" latinLnBrk="0" hangingPunct="1"/>
            <a:r>
              <a:rPr lang="ar-SA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49" name="مربع نص 48">
            <a:extLst>
              <a:ext uri="{FF2B5EF4-FFF2-40B4-BE49-F238E27FC236}">
                <a16:creationId xmlns:a16="http://schemas.microsoft.com/office/drawing/2014/main" id="{3584D064-1639-C772-1FF3-DDFE79CED0A7}"/>
              </a:ext>
            </a:extLst>
          </p:cNvPr>
          <p:cNvSpPr txBox="1"/>
          <p:nvPr/>
        </p:nvSpPr>
        <p:spPr>
          <a:xfrm>
            <a:off x="6570982" y="4337731"/>
            <a:ext cx="18643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justLow" defTabSz="914400" eaLnBrk="1" latinLnBrk="0" hangingPunct="1"/>
            <a:r>
              <a:rPr lang="ar-SA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50" name="مربع نص 49">
            <a:extLst>
              <a:ext uri="{FF2B5EF4-FFF2-40B4-BE49-F238E27FC236}">
                <a16:creationId xmlns:a16="http://schemas.microsoft.com/office/drawing/2014/main" id="{B660145B-9FD5-226E-70DE-764F440B91B6}"/>
              </a:ext>
            </a:extLst>
          </p:cNvPr>
          <p:cNvSpPr txBox="1"/>
          <p:nvPr/>
        </p:nvSpPr>
        <p:spPr>
          <a:xfrm>
            <a:off x="4996500" y="5137831"/>
            <a:ext cx="18643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justLow" defTabSz="914400" eaLnBrk="1" latinLnBrk="0" hangingPunct="1"/>
            <a:r>
              <a:rPr lang="ar-SA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51" name="مربع نص 50">
            <a:extLst>
              <a:ext uri="{FF2B5EF4-FFF2-40B4-BE49-F238E27FC236}">
                <a16:creationId xmlns:a16="http://schemas.microsoft.com/office/drawing/2014/main" id="{11CE90A7-E75A-8FDF-EB45-2A04F294A3AC}"/>
              </a:ext>
            </a:extLst>
          </p:cNvPr>
          <p:cNvSpPr txBox="1"/>
          <p:nvPr/>
        </p:nvSpPr>
        <p:spPr>
          <a:xfrm>
            <a:off x="3422017" y="4337731"/>
            <a:ext cx="18643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justLow" defTabSz="914400" eaLnBrk="1" latinLnBrk="0" hangingPunct="1"/>
            <a:r>
              <a:rPr lang="ar-SA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52" name="مربع نص 51">
            <a:extLst>
              <a:ext uri="{FF2B5EF4-FFF2-40B4-BE49-F238E27FC236}">
                <a16:creationId xmlns:a16="http://schemas.microsoft.com/office/drawing/2014/main" id="{FF972BAA-F236-8C35-FAF0-323911CD4A4F}"/>
              </a:ext>
            </a:extLst>
          </p:cNvPr>
          <p:cNvSpPr txBox="1"/>
          <p:nvPr/>
        </p:nvSpPr>
        <p:spPr>
          <a:xfrm>
            <a:off x="1847534" y="5137831"/>
            <a:ext cx="186433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justLow" defTabSz="914400" eaLnBrk="1" latinLnBrk="0" hangingPunct="1"/>
            <a:r>
              <a:rPr lang="ar-SA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</p:spTree>
    <p:extLst>
      <p:ext uri="{BB962C8B-B14F-4D97-AF65-F5344CB8AC3E}">
        <p14:creationId xmlns:p14="http://schemas.microsoft.com/office/powerpoint/2010/main" val="346713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CEBBA">
                <a:alpha val="21000"/>
              </a:srgbClr>
            </a:gs>
            <a:gs pos="0">
              <a:srgbClr val="B9A06B">
                <a:alpha val="19291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سداسي 19">
            <a:extLst>
              <a:ext uri="{FF2B5EF4-FFF2-40B4-BE49-F238E27FC236}">
                <a16:creationId xmlns:a16="http://schemas.microsoft.com/office/drawing/2014/main" id="{D7103748-BDEC-93C4-CFBF-CD2455680135}"/>
              </a:ext>
            </a:extLst>
          </p:cNvPr>
          <p:cNvSpPr/>
          <p:nvPr/>
        </p:nvSpPr>
        <p:spPr>
          <a:xfrm>
            <a:off x="1897282" y="2693497"/>
            <a:ext cx="331470" cy="28575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1" name="سداسي 20">
            <a:extLst>
              <a:ext uri="{FF2B5EF4-FFF2-40B4-BE49-F238E27FC236}">
                <a16:creationId xmlns:a16="http://schemas.microsoft.com/office/drawing/2014/main" id="{0A1BD572-4796-90F1-B2E4-70C60BF2B790}"/>
              </a:ext>
            </a:extLst>
          </p:cNvPr>
          <p:cNvSpPr/>
          <p:nvPr/>
        </p:nvSpPr>
        <p:spPr>
          <a:xfrm>
            <a:off x="9963248" y="2693497"/>
            <a:ext cx="331470" cy="285750"/>
          </a:xfrm>
          <a:prstGeom prst="hexagon">
            <a:avLst/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pic>
        <p:nvPicPr>
          <p:cNvPr id="23" name="صورة 22">
            <a:extLst>
              <a:ext uri="{FF2B5EF4-FFF2-40B4-BE49-F238E27FC236}">
                <a16:creationId xmlns:a16="http://schemas.microsoft.com/office/drawing/2014/main" id="{C707FD62-BB78-C96F-07CF-1A8ECFD50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13582"/>
            <a:ext cx="7772400" cy="596993"/>
          </a:xfrm>
          <a:prstGeom prst="rect">
            <a:avLst/>
          </a:prstGeom>
        </p:spPr>
      </p:pic>
      <p:grpSp>
        <p:nvGrpSpPr>
          <p:cNvPr id="37" name="مجموعة 36">
            <a:extLst>
              <a:ext uri="{FF2B5EF4-FFF2-40B4-BE49-F238E27FC236}">
                <a16:creationId xmlns:a16="http://schemas.microsoft.com/office/drawing/2014/main" id="{2A99D718-A23D-FB19-13FC-F51B36DD9DAA}"/>
              </a:ext>
            </a:extLst>
          </p:cNvPr>
          <p:cNvGrpSpPr/>
          <p:nvPr/>
        </p:nvGrpSpPr>
        <p:grpSpPr>
          <a:xfrm>
            <a:off x="7693982" y="738585"/>
            <a:ext cx="1813216" cy="2063650"/>
            <a:chOff x="7175364" y="1066853"/>
            <a:chExt cx="1813216" cy="2063650"/>
          </a:xfrm>
        </p:grpSpPr>
        <p:sp>
          <p:nvSpPr>
            <p:cNvPr id="15" name="شكل حر 14">
              <a:extLst>
                <a:ext uri="{FF2B5EF4-FFF2-40B4-BE49-F238E27FC236}">
                  <a16:creationId xmlns:a16="http://schemas.microsoft.com/office/drawing/2014/main" id="{239EFF58-A9D0-8C28-3E68-E7EAE527ECAA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4" name="مستطيل مستدير الزوايا 23">
              <a:extLst>
                <a:ext uri="{FF2B5EF4-FFF2-40B4-BE49-F238E27FC236}">
                  <a16:creationId xmlns:a16="http://schemas.microsoft.com/office/drawing/2014/main" id="{5E79CEF3-9DD7-9FF7-80F9-BB1B2C67E345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grpSp>
        <p:nvGrpSpPr>
          <p:cNvPr id="38" name="مجموعة 37">
            <a:extLst>
              <a:ext uri="{FF2B5EF4-FFF2-40B4-BE49-F238E27FC236}">
                <a16:creationId xmlns:a16="http://schemas.microsoft.com/office/drawing/2014/main" id="{F848947B-1543-82E5-F2F9-ADEC1E02A0DA}"/>
              </a:ext>
            </a:extLst>
          </p:cNvPr>
          <p:cNvGrpSpPr/>
          <p:nvPr/>
        </p:nvGrpSpPr>
        <p:grpSpPr>
          <a:xfrm>
            <a:off x="2558865" y="738585"/>
            <a:ext cx="1813216" cy="2063650"/>
            <a:chOff x="7175364" y="1066853"/>
            <a:chExt cx="1813216" cy="2063650"/>
          </a:xfrm>
        </p:grpSpPr>
        <p:sp>
          <p:nvSpPr>
            <p:cNvPr id="39" name="شكل حر 38">
              <a:extLst>
                <a:ext uri="{FF2B5EF4-FFF2-40B4-BE49-F238E27FC236}">
                  <a16:creationId xmlns:a16="http://schemas.microsoft.com/office/drawing/2014/main" id="{A2124A04-19EB-BB13-C8C7-2E605A37B2A5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40" name="مستطيل مستدير الزوايا 39">
              <a:extLst>
                <a:ext uri="{FF2B5EF4-FFF2-40B4-BE49-F238E27FC236}">
                  <a16:creationId xmlns:a16="http://schemas.microsoft.com/office/drawing/2014/main" id="{D747E0D2-25A3-C7D8-272E-D58D874DF638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grpSp>
        <p:nvGrpSpPr>
          <p:cNvPr id="41" name="مجموعة 40">
            <a:extLst>
              <a:ext uri="{FF2B5EF4-FFF2-40B4-BE49-F238E27FC236}">
                <a16:creationId xmlns:a16="http://schemas.microsoft.com/office/drawing/2014/main" id="{03839E9C-C088-3D92-996D-D9F6DD5FAD07}"/>
              </a:ext>
            </a:extLst>
          </p:cNvPr>
          <p:cNvGrpSpPr/>
          <p:nvPr/>
        </p:nvGrpSpPr>
        <p:grpSpPr>
          <a:xfrm>
            <a:off x="5126423" y="738585"/>
            <a:ext cx="1813216" cy="2063650"/>
            <a:chOff x="7175364" y="1066853"/>
            <a:chExt cx="1813216" cy="2063650"/>
          </a:xfrm>
        </p:grpSpPr>
        <p:sp>
          <p:nvSpPr>
            <p:cNvPr id="42" name="شكل حر 41">
              <a:extLst>
                <a:ext uri="{FF2B5EF4-FFF2-40B4-BE49-F238E27FC236}">
                  <a16:creationId xmlns:a16="http://schemas.microsoft.com/office/drawing/2014/main" id="{5E4E4519-FC6C-B472-7266-E2CF42621EC6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43" name="مستطيل مستدير الزوايا 42">
              <a:extLst>
                <a:ext uri="{FF2B5EF4-FFF2-40B4-BE49-F238E27FC236}">
                  <a16:creationId xmlns:a16="http://schemas.microsoft.com/office/drawing/2014/main" id="{67C3CC21-CB82-EB90-D43B-41F805C7AF50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grpSp>
        <p:nvGrpSpPr>
          <p:cNvPr id="44" name="مجموعة 43">
            <a:extLst>
              <a:ext uri="{FF2B5EF4-FFF2-40B4-BE49-F238E27FC236}">
                <a16:creationId xmlns:a16="http://schemas.microsoft.com/office/drawing/2014/main" id="{2FD9D4DA-1CAF-DE23-F2F3-7D5ACD61B37A}"/>
              </a:ext>
            </a:extLst>
          </p:cNvPr>
          <p:cNvGrpSpPr/>
          <p:nvPr/>
        </p:nvGrpSpPr>
        <p:grpSpPr>
          <a:xfrm rot="10800000">
            <a:off x="5126424" y="3765448"/>
            <a:ext cx="1813216" cy="2063650"/>
            <a:chOff x="7175364" y="1066853"/>
            <a:chExt cx="1813216" cy="2063650"/>
          </a:xfrm>
        </p:grpSpPr>
        <p:sp>
          <p:nvSpPr>
            <p:cNvPr id="45" name="شكل حر 44">
              <a:extLst>
                <a:ext uri="{FF2B5EF4-FFF2-40B4-BE49-F238E27FC236}">
                  <a16:creationId xmlns:a16="http://schemas.microsoft.com/office/drawing/2014/main" id="{90B537FF-7ADA-E05B-7A31-0DD5D5AFB9AC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46" name="مستطيل مستدير الزوايا 45">
              <a:extLst>
                <a:ext uri="{FF2B5EF4-FFF2-40B4-BE49-F238E27FC236}">
                  <a16:creationId xmlns:a16="http://schemas.microsoft.com/office/drawing/2014/main" id="{3198A1B3-0261-7EAF-4D3E-8EABF081DC22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grpSp>
        <p:nvGrpSpPr>
          <p:cNvPr id="47" name="مجموعة 46">
            <a:extLst>
              <a:ext uri="{FF2B5EF4-FFF2-40B4-BE49-F238E27FC236}">
                <a16:creationId xmlns:a16="http://schemas.microsoft.com/office/drawing/2014/main" id="{D018386E-9D15-B014-CE61-A3BCFC2B8BF4}"/>
              </a:ext>
            </a:extLst>
          </p:cNvPr>
          <p:cNvGrpSpPr/>
          <p:nvPr/>
        </p:nvGrpSpPr>
        <p:grpSpPr>
          <a:xfrm rot="10800000">
            <a:off x="7693982" y="3765448"/>
            <a:ext cx="1813216" cy="2063650"/>
            <a:chOff x="7175364" y="1066853"/>
            <a:chExt cx="1813216" cy="2063650"/>
          </a:xfrm>
        </p:grpSpPr>
        <p:sp>
          <p:nvSpPr>
            <p:cNvPr id="48" name="شكل حر 47">
              <a:extLst>
                <a:ext uri="{FF2B5EF4-FFF2-40B4-BE49-F238E27FC236}">
                  <a16:creationId xmlns:a16="http://schemas.microsoft.com/office/drawing/2014/main" id="{78A0AC73-5280-9D73-1832-35E7B51F8289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49" name="مستطيل مستدير الزوايا 48">
              <a:extLst>
                <a:ext uri="{FF2B5EF4-FFF2-40B4-BE49-F238E27FC236}">
                  <a16:creationId xmlns:a16="http://schemas.microsoft.com/office/drawing/2014/main" id="{2CA66D92-7E00-037B-9A98-784197F96790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grpSp>
        <p:nvGrpSpPr>
          <p:cNvPr id="50" name="مجموعة 49">
            <a:extLst>
              <a:ext uri="{FF2B5EF4-FFF2-40B4-BE49-F238E27FC236}">
                <a16:creationId xmlns:a16="http://schemas.microsoft.com/office/drawing/2014/main" id="{E845C8B7-89DC-8233-070D-F7EC9681D457}"/>
              </a:ext>
            </a:extLst>
          </p:cNvPr>
          <p:cNvGrpSpPr/>
          <p:nvPr/>
        </p:nvGrpSpPr>
        <p:grpSpPr>
          <a:xfrm rot="10800000">
            <a:off x="2558866" y="3765448"/>
            <a:ext cx="1813216" cy="2063650"/>
            <a:chOff x="7175364" y="1066853"/>
            <a:chExt cx="1813216" cy="2063650"/>
          </a:xfrm>
        </p:grpSpPr>
        <p:sp>
          <p:nvSpPr>
            <p:cNvPr id="51" name="شكل حر 50">
              <a:extLst>
                <a:ext uri="{FF2B5EF4-FFF2-40B4-BE49-F238E27FC236}">
                  <a16:creationId xmlns:a16="http://schemas.microsoft.com/office/drawing/2014/main" id="{BE737C11-63BB-6A76-4921-2B4C5187B961}"/>
                </a:ext>
              </a:extLst>
            </p:cNvPr>
            <p:cNvSpPr/>
            <p:nvPr/>
          </p:nvSpPr>
          <p:spPr>
            <a:xfrm rot="10800000">
              <a:off x="7175364" y="1066853"/>
              <a:ext cx="1813216" cy="2063650"/>
            </a:xfrm>
            <a:custGeom>
              <a:avLst/>
              <a:gdLst>
                <a:gd name="connsiteX0" fmla="*/ 781051 w 1562100"/>
                <a:gd name="connsiteY0" fmla="*/ 0 h 1777852"/>
                <a:gd name="connsiteX1" fmla="*/ 926154 w 1562100"/>
                <a:gd name="connsiteY1" fmla="*/ 245800 h 1777852"/>
                <a:gd name="connsiteX2" fmla="*/ 1389560 w 1562100"/>
                <a:gd name="connsiteY2" fmla="*/ 245800 h 1777852"/>
                <a:gd name="connsiteX3" fmla="*/ 1562100 w 1562100"/>
                <a:gd name="connsiteY3" fmla="*/ 418340 h 1777852"/>
                <a:gd name="connsiteX4" fmla="*/ 1562100 w 1562100"/>
                <a:gd name="connsiteY4" fmla="*/ 1605312 h 1777852"/>
                <a:gd name="connsiteX5" fmla="*/ 1389560 w 1562100"/>
                <a:gd name="connsiteY5" fmla="*/ 1777852 h 1777852"/>
                <a:gd name="connsiteX6" fmla="*/ 172540 w 1562100"/>
                <a:gd name="connsiteY6" fmla="*/ 1777852 h 1777852"/>
                <a:gd name="connsiteX7" fmla="*/ 0 w 1562100"/>
                <a:gd name="connsiteY7" fmla="*/ 1605312 h 1777852"/>
                <a:gd name="connsiteX8" fmla="*/ 0 w 1562100"/>
                <a:gd name="connsiteY8" fmla="*/ 418340 h 1777852"/>
                <a:gd name="connsiteX9" fmla="*/ 172540 w 1562100"/>
                <a:gd name="connsiteY9" fmla="*/ 245800 h 1777852"/>
                <a:gd name="connsiteX10" fmla="*/ 635948 w 1562100"/>
                <a:gd name="connsiteY10" fmla="*/ 245800 h 177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2100" h="1777852">
                  <a:moveTo>
                    <a:pt x="781051" y="0"/>
                  </a:moveTo>
                  <a:lnTo>
                    <a:pt x="926154" y="245800"/>
                  </a:lnTo>
                  <a:lnTo>
                    <a:pt x="1389560" y="245800"/>
                  </a:lnTo>
                  <a:cubicBezTo>
                    <a:pt x="1484851" y="245800"/>
                    <a:pt x="1562100" y="323049"/>
                    <a:pt x="1562100" y="418340"/>
                  </a:cubicBezTo>
                  <a:lnTo>
                    <a:pt x="1562100" y="1605312"/>
                  </a:lnTo>
                  <a:cubicBezTo>
                    <a:pt x="1562100" y="1700603"/>
                    <a:pt x="1484851" y="1777852"/>
                    <a:pt x="1389560" y="1777852"/>
                  </a:cubicBezTo>
                  <a:lnTo>
                    <a:pt x="172540" y="1777852"/>
                  </a:lnTo>
                  <a:cubicBezTo>
                    <a:pt x="77249" y="1777852"/>
                    <a:pt x="0" y="1700603"/>
                    <a:pt x="0" y="1605312"/>
                  </a:cubicBezTo>
                  <a:lnTo>
                    <a:pt x="0" y="418340"/>
                  </a:lnTo>
                  <a:cubicBezTo>
                    <a:pt x="0" y="323049"/>
                    <a:pt x="77249" y="245800"/>
                    <a:pt x="172540" y="245800"/>
                  </a:cubicBezTo>
                  <a:lnTo>
                    <a:pt x="635948" y="245800"/>
                  </a:lnTo>
                  <a:close/>
                </a:path>
              </a:pathLst>
            </a:custGeom>
            <a:noFill/>
            <a:ln w="44450">
              <a:solidFill>
                <a:srgbClr val="B59D6B"/>
              </a:solidFill>
            </a:ln>
            <a:effectLst>
              <a:outerShdw blurRad="50800" dist="50800" dir="5400000" algn="ctr" rotWithShape="0">
                <a:srgbClr val="000000">
                  <a:alpha val="19324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52" name="مستطيل مستدير الزوايا 51">
              <a:extLst>
                <a:ext uri="{FF2B5EF4-FFF2-40B4-BE49-F238E27FC236}">
                  <a16:creationId xmlns:a16="http://schemas.microsoft.com/office/drawing/2014/main" id="{C43E2AA8-5EA8-1309-7248-05990B792EB0}"/>
                </a:ext>
              </a:extLst>
            </p:cNvPr>
            <p:cNvSpPr/>
            <p:nvPr/>
          </p:nvSpPr>
          <p:spPr>
            <a:xfrm>
              <a:off x="7300891" y="1214821"/>
              <a:ext cx="1562161" cy="1523896"/>
            </a:xfrm>
            <a:prstGeom prst="roundRect">
              <a:avLst>
                <a:gd name="adj" fmla="val 12917"/>
              </a:avLst>
            </a:prstGeom>
            <a:gradFill>
              <a:gsLst>
                <a:gs pos="100000">
                  <a:srgbClr val="B9A06B">
                    <a:alpha val="20408"/>
                  </a:srgbClr>
                </a:gs>
                <a:gs pos="0">
                  <a:srgbClr val="287971">
                    <a:alpha val="961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</p:grpSp>
      <p:pic>
        <p:nvPicPr>
          <p:cNvPr id="56" name="صورة 55">
            <a:extLst>
              <a:ext uri="{FF2B5EF4-FFF2-40B4-BE49-F238E27FC236}">
                <a16:creationId xmlns:a16="http://schemas.microsoft.com/office/drawing/2014/main" id="{A6EF3814-3558-37BD-4226-50ED0D90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991" y="1959457"/>
            <a:ext cx="404198" cy="404198"/>
          </a:xfrm>
          <a:prstGeom prst="rect">
            <a:avLst/>
          </a:prstGeom>
        </p:spPr>
      </p:pic>
      <p:pic>
        <p:nvPicPr>
          <p:cNvPr id="57" name="صورة 56">
            <a:extLst>
              <a:ext uri="{FF2B5EF4-FFF2-40B4-BE49-F238E27FC236}">
                <a16:creationId xmlns:a16="http://schemas.microsoft.com/office/drawing/2014/main" id="{9BC8AFF7-B94F-4F1E-2FB8-49A2C9DA1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17" y="2026253"/>
            <a:ext cx="374422" cy="374422"/>
          </a:xfrm>
          <a:prstGeom prst="rect">
            <a:avLst/>
          </a:prstGeom>
        </p:spPr>
      </p:pic>
      <p:pic>
        <p:nvPicPr>
          <p:cNvPr id="58" name="صورة 57">
            <a:extLst>
              <a:ext uri="{FF2B5EF4-FFF2-40B4-BE49-F238E27FC236}">
                <a16:creationId xmlns:a16="http://schemas.microsoft.com/office/drawing/2014/main" id="{72D4075F-17D1-57DB-5971-27322BCF9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857" y="1933022"/>
            <a:ext cx="499229" cy="374422"/>
          </a:xfrm>
          <a:prstGeom prst="rect">
            <a:avLst/>
          </a:prstGeom>
        </p:spPr>
      </p:pic>
      <p:pic>
        <p:nvPicPr>
          <p:cNvPr id="59" name="صورة 58">
            <a:extLst>
              <a:ext uri="{FF2B5EF4-FFF2-40B4-BE49-F238E27FC236}">
                <a16:creationId xmlns:a16="http://schemas.microsoft.com/office/drawing/2014/main" id="{4BA9BB93-7701-91EC-4C09-1CD81E868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91" y="4252794"/>
            <a:ext cx="421196" cy="315897"/>
          </a:xfrm>
          <a:prstGeom prst="rect">
            <a:avLst/>
          </a:prstGeom>
        </p:spPr>
      </p:pic>
      <p:pic>
        <p:nvPicPr>
          <p:cNvPr id="60" name="صورة 59">
            <a:extLst>
              <a:ext uri="{FF2B5EF4-FFF2-40B4-BE49-F238E27FC236}">
                <a16:creationId xmlns:a16="http://schemas.microsoft.com/office/drawing/2014/main" id="{EEDAE3B9-F48B-E56F-CC3A-E11E7AFBB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6496" y="4208615"/>
            <a:ext cx="539008" cy="404256"/>
          </a:xfrm>
          <a:prstGeom prst="rect">
            <a:avLst/>
          </a:prstGeom>
        </p:spPr>
      </p:pic>
      <p:pic>
        <p:nvPicPr>
          <p:cNvPr id="61" name="صورة 60">
            <a:extLst>
              <a:ext uri="{FF2B5EF4-FFF2-40B4-BE49-F238E27FC236}">
                <a16:creationId xmlns:a16="http://schemas.microsoft.com/office/drawing/2014/main" id="{4613CD2A-34A7-8601-EDB4-C83D8AE444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3876" y="4252794"/>
            <a:ext cx="303192" cy="4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0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صورة 52">
            <a:extLst>
              <a:ext uri="{FF2B5EF4-FFF2-40B4-BE49-F238E27FC236}">
                <a16:creationId xmlns:a16="http://schemas.microsoft.com/office/drawing/2014/main" id="{D831B604-7429-EB0F-7A96-EDD431354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78586">
            <a:off x="616734" y="1930621"/>
            <a:ext cx="11502718" cy="4981769"/>
          </a:xfrm>
          <a:prstGeom prst="rect">
            <a:avLst/>
          </a:prstGeom>
        </p:spPr>
      </p:pic>
      <p:grpSp>
        <p:nvGrpSpPr>
          <p:cNvPr id="55" name="مجموعة 54">
            <a:extLst>
              <a:ext uri="{FF2B5EF4-FFF2-40B4-BE49-F238E27FC236}">
                <a16:creationId xmlns:a16="http://schemas.microsoft.com/office/drawing/2014/main" id="{E32AC692-08B9-640D-D431-DF63D6BBCA39}"/>
              </a:ext>
            </a:extLst>
          </p:cNvPr>
          <p:cNvGrpSpPr/>
          <p:nvPr/>
        </p:nvGrpSpPr>
        <p:grpSpPr>
          <a:xfrm>
            <a:off x="4230039" y="1748931"/>
            <a:ext cx="2138054" cy="2097398"/>
            <a:chOff x="4449069" y="1568975"/>
            <a:chExt cx="2138054" cy="2097398"/>
          </a:xfrm>
        </p:grpSpPr>
        <p:grpSp>
          <p:nvGrpSpPr>
            <p:cNvPr id="36" name="مجموعة 35">
              <a:extLst>
                <a:ext uri="{FF2B5EF4-FFF2-40B4-BE49-F238E27FC236}">
                  <a16:creationId xmlns:a16="http://schemas.microsoft.com/office/drawing/2014/main" id="{9F890626-D889-102A-2D59-10B8D03D63F9}"/>
                </a:ext>
              </a:extLst>
            </p:cNvPr>
            <p:cNvGrpSpPr/>
            <p:nvPr/>
          </p:nvGrpSpPr>
          <p:grpSpPr>
            <a:xfrm>
              <a:off x="4565554" y="1749853"/>
              <a:ext cx="427512" cy="1916520"/>
              <a:chOff x="3760299" y="2437300"/>
              <a:chExt cx="427512" cy="1916520"/>
            </a:xfrm>
          </p:grpSpPr>
          <p:sp>
            <p:nvSpPr>
              <p:cNvPr id="33" name="شكل بيضاوي 32">
                <a:extLst>
                  <a:ext uri="{FF2B5EF4-FFF2-40B4-BE49-F238E27FC236}">
                    <a16:creationId xmlns:a16="http://schemas.microsoft.com/office/drawing/2014/main" id="{114442A5-6482-75B7-9471-37F8CA850B23}"/>
                  </a:ext>
                </a:extLst>
              </p:cNvPr>
              <p:cNvSpPr/>
              <p:nvPr/>
            </p:nvSpPr>
            <p:spPr>
              <a:xfrm>
                <a:off x="3760299" y="4125220"/>
                <a:ext cx="427512" cy="228600"/>
              </a:xfrm>
              <a:prstGeom prst="ellipse">
                <a:avLst/>
              </a:prstGeom>
              <a:noFill/>
              <a:ln>
                <a:solidFill>
                  <a:srgbClr val="B59D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 dirty="0"/>
              </a:p>
            </p:txBody>
          </p:sp>
          <p:sp>
            <p:nvSpPr>
              <p:cNvPr id="34" name="شكل بيضاوي 33">
                <a:extLst>
                  <a:ext uri="{FF2B5EF4-FFF2-40B4-BE49-F238E27FC236}">
                    <a16:creationId xmlns:a16="http://schemas.microsoft.com/office/drawing/2014/main" id="{78DD8126-9C47-7D07-E756-A1699D47667B}"/>
                  </a:ext>
                </a:extLst>
              </p:cNvPr>
              <p:cNvSpPr/>
              <p:nvPr/>
            </p:nvSpPr>
            <p:spPr>
              <a:xfrm>
                <a:off x="3889365" y="4191394"/>
                <a:ext cx="169380" cy="96252"/>
              </a:xfrm>
              <a:prstGeom prst="ellipse">
                <a:avLst/>
              </a:prstGeom>
              <a:solidFill>
                <a:srgbClr val="B9A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  <p:cxnSp>
            <p:nvCxnSpPr>
              <p:cNvPr id="35" name="موصل مستقيم 34">
                <a:extLst>
                  <a:ext uri="{FF2B5EF4-FFF2-40B4-BE49-F238E27FC236}">
                    <a16:creationId xmlns:a16="http://schemas.microsoft.com/office/drawing/2014/main" id="{5B6E63CB-5BA4-4D98-E3AD-7CB5575CE10B}"/>
                  </a:ext>
                </a:extLst>
              </p:cNvPr>
              <p:cNvCxnSpPr>
                <a:cxnSpLocks/>
                <a:stCxn id="34" idx="0"/>
              </p:cNvCxnSpPr>
              <p:nvPr/>
            </p:nvCxnSpPr>
            <p:spPr>
              <a:xfrm flipV="1">
                <a:off x="3974055" y="2437300"/>
                <a:ext cx="0" cy="1754094"/>
              </a:xfrm>
              <a:prstGeom prst="line">
                <a:avLst/>
              </a:prstGeom>
              <a:ln w="22225">
                <a:solidFill>
                  <a:srgbClr val="B9A06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مستطيل مستدير الزوايا 24">
              <a:extLst>
                <a:ext uri="{FF2B5EF4-FFF2-40B4-BE49-F238E27FC236}">
                  <a16:creationId xmlns:a16="http://schemas.microsoft.com/office/drawing/2014/main" id="{D226DDB4-B33B-B374-A3FE-DA11B1F667F2}"/>
                </a:ext>
              </a:extLst>
            </p:cNvPr>
            <p:cNvSpPr/>
            <p:nvPr/>
          </p:nvSpPr>
          <p:spPr>
            <a:xfrm>
              <a:off x="4785421" y="1692919"/>
              <a:ext cx="1801702" cy="380489"/>
            </a:xfrm>
            <a:prstGeom prst="roundRect">
              <a:avLst>
                <a:gd name="adj" fmla="val 17649"/>
              </a:avLst>
            </a:prstGeom>
            <a:solidFill>
              <a:srgbClr val="24A399"/>
            </a:solidFill>
            <a:ln w="3175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6" name="مستطيل مستدير الزوايا 25">
              <a:extLst>
                <a:ext uri="{FF2B5EF4-FFF2-40B4-BE49-F238E27FC236}">
                  <a16:creationId xmlns:a16="http://schemas.microsoft.com/office/drawing/2014/main" id="{9606D1E4-77A9-A8D3-AFD4-FE5E4FBECF9F}"/>
                </a:ext>
              </a:extLst>
            </p:cNvPr>
            <p:cNvSpPr/>
            <p:nvPr/>
          </p:nvSpPr>
          <p:spPr>
            <a:xfrm>
              <a:off x="4449069" y="1568975"/>
              <a:ext cx="672704" cy="380489"/>
            </a:xfrm>
            <a:prstGeom prst="roundRect">
              <a:avLst>
                <a:gd name="adj" fmla="val 19190"/>
              </a:avLst>
            </a:prstGeom>
            <a:solidFill>
              <a:srgbClr val="24A399"/>
            </a:solidFill>
            <a:ln w="3175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r>
                <a:rPr lang="en-US" b="1" dirty="0"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2</a:t>
              </a:r>
              <a:endParaRPr lang="ar-SA" b="1" dirty="0"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</p:grpSp>
      <p:grpSp>
        <p:nvGrpSpPr>
          <p:cNvPr id="54" name="مجموعة 53">
            <a:extLst>
              <a:ext uri="{FF2B5EF4-FFF2-40B4-BE49-F238E27FC236}">
                <a16:creationId xmlns:a16="http://schemas.microsoft.com/office/drawing/2014/main" id="{52B068D3-E820-BD7B-4635-8605FF7915DF}"/>
              </a:ext>
            </a:extLst>
          </p:cNvPr>
          <p:cNvGrpSpPr/>
          <p:nvPr/>
        </p:nvGrpSpPr>
        <p:grpSpPr>
          <a:xfrm>
            <a:off x="1995937" y="570499"/>
            <a:ext cx="2138054" cy="2587149"/>
            <a:chOff x="3015380" y="368544"/>
            <a:chExt cx="2138054" cy="2587149"/>
          </a:xfrm>
        </p:grpSpPr>
        <p:sp>
          <p:nvSpPr>
            <p:cNvPr id="10" name="مستطيل مستدير الزوايا 9">
              <a:extLst>
                <a:ext uri="{FF2B5EF4-FFF2-40B4-BE49-F238E27FC236}">
                  <a16:creationId xmlns:a16="http://schemas.microsoft.com/office/drawing/2014/main" id="{5537EC01-435A-4B4F-44EB-7E38C1DE76F7}"/>
                </a:ext>
              </a:extLst>
            </p:cNvPr>
            <p:cNvSpPr/>
            <p:nvPr/>
          </p:nvSpPr>
          <p:spPr>
            <a:xfrm>
              <a:off x="3351732" y="492488"/>
              <a:ext cx="1801702" cy="380489"/>
            </a:xfrm>
            <a:prstGeom prst="roundRect">
              <a:avLst>
                <a:gd name="adj" fmla="val 17649"/>
              </a:avLst>
            </a:prstGeom>
            <a:solidFill>
              <a:srgbClr val="287971"/>
            </a:solidFill>
            <a:ln w="34925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 dirty="0"/>
            </a:p>
          </p:txBody>
        </p:sp>
        <p:sp>
          <p:nvSpPr>
            <p:cNvPr id="11" name="مستطيل مستدير الزوايا 10">
              <a:extLst>
                <a:ext uri="{FF2B5EF4-FFF2-40B4-BE49-F238E27FC236}">
                  <a16:creationId xmlns:a16="http://schemas.microsoft.com/office/drawing/2014/main" id="{9A8F5A8D-E80B-CC10-D2E1-923CE1800A68}"/>
                </a:ext>
              </a:extLst>
            </p:cNvPr>
            <p:cNvSpPr/>
            <p:nvPr/>
          </p:nvSpPr>
          <p:spPr>
            <a:xfrm>
              <a:off x="3015380" y="368544"/>
              <a:ext cx="672704" cy="380489"/>
            </a:xfrm>
            <a:prstGeom prst="roundRect">
              <a:avLst>
                <a:gd name="adj" fmla="val 19190"/>
              </a:avLst>
            </a:prstGeom>
            <a:solidFill>
              <a:srgbClr val="287971"/>
            </a:solidFill>
            <a:ln w="34925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r>
                <a:rPr lang="en-US" b="1" dirty="0"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1</a:t>
              </a:r>
              <a:endParaRPr lang="ar-SA" b="1" dirty="0"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  <p:grpSp>
          <p:nvGrpSpPr>
            <p:cNvPr id="37" name="مجموعة 36">
              <a:extLst>
                <a:ext uri="{FF2B5EF4-FFF2-40B4-BE49-F238E27FC236}">
                  <a16:creationId xmlns:a16="http://schemas.microsoft.com/office/drawing/2014/main" id="{CDD506CD-9793-5F4C-D693-0C0F36562C88}"/>
                </a:ext>
              </a:extLst>
            </p:cNvPr>
            <p:cNvGrpSpPr/>
            <p:nvPr/>
          </p:nvGrpSpPr>
          <p:grpSpPr>
            <a:xfrm>
              <a:off x="3142417" y="789363"/>
              <a:ext cx="427512" cy="2166330"/>
              <a:chOff x="3760299" y="2261736"/>
              <a:chExt cx="427512" cy="2166330"/>
            </a:xfrm>
          </p:grpSpPr>
          <p:sp>
            <p:nvSpPr>
              <p:cNvPr id="38" name="شكل بيضاوي 37">
                <a:extLst>
                  <a:ext uri="{FF2B5EF4-FFF2-40B4-BE49-F238E27FC236}">
                    <a16:creationId xmlns:a16="http://schemas.microsoft.com/office/drawing/2014/main" id="{E7ADCB79-437F-9602-12D2-96EA89919DB3}"/>
                  </a:ext>
                </a:extLst>
              </p:cNvPr>
              <p:cNvSpPr/>
              <p:nvPr/>
            </p:nvSpPr>
            <p:spPr>
              <a:xfrm>
                <a:off x="3760299" y="4199466"/>
                <a:ext cx="427512" cy="228600"/>
              </a:xfrm>
              <a:prstGeom prst="ellipse">
                <a:avLst/>
              </a:prstGeom>
              <a:noFill/>
              <a:ln>
                <a:solidFill>
                  <a:srgbClr val="B59D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39" name="شكل بيضاوي 38">
                <a:extLst>
                  <a:ext uri="{FF2B5EF4-FFF2-40B4-BE49-F238E27FC236}">
                    <a16:creationId xmlns:a16="http://schemas.microsoft.com/office/drawing/2014/main" id="{30FF987F-2591-146B-D281-779A6C5D4F71}"/>
                  </a:ext>
                </a:extLst>
              </p:cNvPr>
              <p:cNvSpPr/>
              <p:nvPr/>
            </p:nvSpPr>
            <p:spPr>
              <a:xfrm>
                <a:off x="3889365" y="4265640"/>
                <a:ext cx="169380" cy="96252"/>
              </a:xfrm>
              <a:prstGeom prst="ellipse">
                <a:avLst/>
              </a:prstGeom>
              <a:solidFill>
                <a:srgbClr val="B9A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  <p:cxnSp>
            <p:nvCxnSpPr>
              <p:cNvPr id="40" name="موصل مستقيم 39">
                <a:extLst>
                  <a:ext uri="{FF2B5EF4-FFF2-40B4-BE49-F238E27FC236}">
                    <a16:creationId xmlns:a16="http://schemas.microsoft.com/office/drawing/2014/main" id="{07E226A6-73E4-2785-4760-79A391909E94}"/>
                  </a:ext>
                </a:extLst>
              </p:cNvPr>
              <p:cNvCxnSpPr>
                <a:stCxn id="39" idx="0"/>
              </p:cNvCxnSpPr>
              <p:nvPr/>
            </p:nvCxnSpPr>
            <p:spPr>
              <a:xfrm flipV="1">
                <a:off x="3974055" y="2261736"/>
                <a:ext cx="0" cy="2003904"/>
              </a:xfrm>
              <a:prstGeom prst="line">
                <a:avLst/>
              </a:prstGeom>
              <a:ln w="22225">
                <a:solidFill>
                  <a:srgbClr val="B9A06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مجموعة 55">
            <a:extLst>
              <a:ext uri="{FF2B5EF4-FFF2-40B4-BE49-F238E27FC236}">
                <a16:creationId xmlns:a16="http://schemas.microsoft.com/office/drawing/2014/main" id="{254C7F64-AE10-276B-58A1-936AB01C6FF0}"/>
              </a:ext>
            </a:extLst>
          </p:cNvPr>
          <p:cNvGrpSpPr/>
          <p:nvPr/>
        </p:nvGrpSpPr>
        <p:grpSpPr>
          <a:xfrm>
            <a:off x="6464141" y="2913632"/>
            <a:ext cx="2138054" cy="1610821"/>
            <a:chOff x="5724713" y="3017341"/>
            <a:chExt cx="2138054" cy="1610821"/>
          </a:xfrm>
        </p:grpSpPr>
        <p:grpSp>
          <p:nvGrpSpPr>
            <p:cNvPr id="41" name="مجموعة 40">
              <a:extLst>
                <a:ext uri="{FF2B5EF4-FFF2-40B4-BE49-F238E27FC236}">
                  <a16:creationId xmlns:a16="http://schemas.microsoft.com/office/drawing/2014/main" id="{FB5472C3-CE74-7C25-AD6B-685240F2A8FD}"/>
                </a:ext>
              </a:extLst>
            </p:cNvPr>
            <p:cNvGrpSpPr/>
            <p:nvPr/>
          </p:nvGrpSpPr>
          <p:grpSpPr>
            <a:xfrm>
              <a:off x="5845860" y="3033221"/>
              <a:ext cx="427512" cy="1594941"/>
              <a:chOff x="3760299" y="2833125"/>
              <a:chExt cx="427512" cy="1594941"/>
            </a:xfrm>
          </p:grpSpPr>
          <p:sp>
            <p:nvSpPr>
              <p:cNvPr id="42" name="شكل بيضاوي 41">
                <a:extLst>
                  <a:ext uri="{FF2B5EF4-FFF2-40B4-BE49-F238E27FC236}">
                    <a16:creationId xmlns:a16="http://schemas.microsoft.com/office/drawing/2014/main" id="{CA844382-494D-EC2F-7987-FBD24F6B787D}"/>
                  </a:ext>
                </a:extLst>
              </p:cNvPr>
              <p:cNvSpPr/>
              <p:nvPr/>
            </p:nvSpPr>
            <p:spPr>
              <a:xfrm>
                <a:off x="3760299" y="4199466"/>
                <a:ext cx="427512" cy="228600"/>
              </a:xfrm>
              <a:prstGeom prst="ellipse">
                <a:avLst/>
              </a:prstGeom>
              <a:noFill/>
              <a:ln>
                <a:solidFill>
                  <a:srgbClr val="B59D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43" name="شكل بيضاوي 42">
                <a:extLst>
                  <a:ext uri="{FF2B5EF4-FFF2-40B4-BE49-F238E27FC236}">
                    <a16:creationId xmlns:a16="http://schemas.microsoft.com/office/drawing/2014/main" id="{769A1E66-1A52-7CF2-7ACB-4174B2EEE18B}"/>
                  </a:ext>
                </a:extLst>
              </p:cNvPr>
              <p:cNvSpPr/>
              <p:nvPr/>
            </p:nvSpPr>
            <p:spPr>
              <a:xfrm>
                <a:off x="3889365" y="4265640"/>
                <a:ext cx="169380" cy="96252"/>
              </a:xfrm>
              <a:prstGeom prst="ellipse">
                <a:avLst/>
              </a:prstGeom>
              <a:solidFill>
                <a:srgbClr val="B9A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  <p:cxnSp>
            <p:nvCxnSpPr>
              <p:cNvPr id="44" name="موصل مستقيم 43">
                <a:extLst>
                  <a:ext uri="{FF2B5EF4-FFF2-40B4-BE49-F238E27FC236}">
                    <a16:creationId xmlns:a16="http://schemas.microsoft.com/office/drawing/2014/main" id="{9C15958B-C8E5-7EDB-7982-98453EEA2D3C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>
              <a:xfrm flipV="1">
                <a:off x="3974055" y="2833125"/>
                <a:ext cx="0" cy="1432515"/>
              </a:xfrm>
              <a:prstGeom prst="line">
                <a:avLst/>
              </a:prstGeom>
              <a:ln w="22225">
                <a:solidFill>
                  <a:srgbClr val="B9A06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مستطيل مستدير الزوايا 26">
              <a:extLst>
                <a:ext uri="{FF2B5EF4-FFF2-40B4-BE49-F238E27FC236}">
                  <a16:creationId xmlns:a16="http://schemas.microsoft.com/office/drawing/2014/main" id="{F3AA6C6E-95C8-4CF4-8E93-60ABEB90D0E2}"/>
                </a:ext>
              </a:extLst>
            </p:cNvPr>
            <p:cNvSpPr/>
            <p:nvPr/>
          </p:nvSpPr>
          <p:spPr>
            <a:xfrm>
              <a:off x="6061065" y="3141285"/>
              <a:ext cx="1801702" cy="380489"/>
            </a:xfrm>
            <a:prstGeom prst="roundRect">
              <a:avLst>
                <a:gd name="adj" fmla="val 17649"/>
              </a:avLst>
            </a:prstGeom>
            <a:solidFill>
              <a:srgbClr val="287971"/>
            </a:solidFill>
            <a:ln w="3810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 dirty="0"/>
            </a:p>
          </p:txBody>
        </p:sp>
        <p:sp>
          <p:nvSpPr>
            <p:cNvPr id="28" name="مستطيل مستدير الزوايا 27">
              <a:extLst>
                <a:ext uri="{FF2B5EF4-FFF2-40B4-BE49-F238E27FC236}">
                  <a16:creationId xmlns:a16="http://schemas.microsoft.com/office/drawing/2014/main" id="{442EB6FA-10F2-D0A0-F64C-B9E82D82FC70}"/>
                </a:ext>
              </a:extLst>
            </p:cNvPr>
            <p:cNvSpPr/>
            <p:nvPr/>
          </p:nvSpPr>
          <p:spPr>
            <a:xfrm>
              <a:off x="5724713" y="3017341"/>
              <a:ext cx="672704" cy="380489"/>
            </a:xfrm>
            <a:prstGeom prst="roundRect">
              <a:avLst>
                <a:gd name="adj" fmla="val 19190"/>
              </a:avLst>
            </a:prstGeom>
            <a:solidFill>
              <a:srgbClr val="287971"/>
            </a:solidFill>
            <a:ln w="3175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r>
                <a:rPr lang="en-US" b="1" dirty="0"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3</a:t>
              </a:r>
              <a:endParaRPr lang="ar-SA" b="1" dirty="0"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</p:grpSp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3B9CCA45-17E3-DB31-834E-2A311B3E7FB7}"/>
              </a:ext>
            </a:extLst>
          </p:cNvPr>
          <p:cNvGrpSpPr/>
          <p:nvPr/>
        </p:nvGrpSpPr>
        <p:grpSpPr>
          <a:xfrm>
            <a:off x="8698243" y="4107318"/>
            <a:ext cx="2138054" cy="993195"/>
            <a:chOff x="6785869" y="3172321"/>
            <a:chExt cx="2138054" cy="993195"/>
          </a:xfrm>
        </p:grpSpPr>
        <p:grpSp>
          <p:nvGrpSpPr>
            <p:cNvPr id="45" name="مجموعة 44">
              <a:extLst>
                <a:ext uri="{FF2B5EF4-FFF2-40B4-BE49-F238E27FC236}">
                  <a16:creationId xmlns:a16="http://schemas.microsoft.com/office/drawing/2014/main" id="{036E84C8-0743-17A8-D3F6-D7B44AABC7C1}"/>
                </a:ext>
              </a:extLst>
            </p:cNvPr>
            <p:cNvGrpSpPr/>
            <p:nvPr/>
          </p:nvGrpSpPr>
          <p:grpSpPr>
            <a:xfrm>
              <a:off x="6919286" y="3552810"/>
              <a:ext cx="427512" cy="612706"/>
              <a:chOff x="3760299" y="2650349"/>
              <a:chExt cx="427512" cy="612706"/>
            </a:xfrm>
          </p:grpSpPr>
          <p:sp>
            <p:nvSpPr>
              <p:cNvPr id="46" name="شكل بيضاوي 45">
                <a:extLst>
                  <a:ext uri="{FF2B5EF4-FFF2-40B4-BE49-F238E27FC236}">
                    <a16:creationId xmlns:a16="http://schemas.microsoft.com/office/drawing/2014/main" id="{30AC79D7-8195-CF9D-3055-B8219E493953}"/>
                  </a:ext>
                </a:extLst>
              </p:cNvPr>
              <p:cNvSpPr/>
              <p:nvPr/>
            </p:nvSpPr>
            <p:spPr>
              <a:xfrm>
                <a:off x="3760299" y="3034455"/>
                <a:ext cx="427512" cy="228600"/>
              </a:xfrm>
              <a:prstGeom prst="ellipse">
                <a:avLst/>
              </a:prstGeom>
              <a:noFill/>
              <a:ln>
                <a:solidFill>
                  <a:srgbClr val="B59D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  <p:sp>
            <p:nvSpPr>
              <p:cNvPr id="47" name="شكل بيضاوي 46">
                <a:extLst>
                  <a:ext uri="{FF2B5EF4-FFF2-40B4-BE49-F238E27FC236}">
                    <a16:creationId xmlns:a16="http://schemas.microsoft.com/office/drawing/2014/main" id="{2FC06008-9154-8173-B03D-2341E9DB1FA6}"/>
                  </a:ext>
                </a:extLst>
              </p:cNvPr>
              <p:cNvSpPr/>
              <p:nvPr/>
            </p:nvSpPr>
            <p:spPr>
              <a:xfrm>
                <a:off x="3889365" y="3100629"/>
                <a:ext cx="169380" cy="96252"/>
              </a:xfrm>
              <a:prstGeom prst="ellipse">
                <a:avLst/>
              </a:prstGeom>
              <a:solidFill>
                <a:srgbClr val="B9A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  <p:cxnSp>
            <p:nvCxnSpPr>
              <p:cNvPr id="48" name="موصل مستقيم 47">
                <a:extLst>
                  <a:ext uri="{FF2B5EF4-FFF2-40B4-BE49-F238E27FC236}">
                    <a16:creationId xmlns:a16="http://schemas.microsoft.com/office/drawing/2014/main" id="{4039D5BC-43E9-EB96-02E7-350F86D40E8D}"/>
                  </a:ext>
                </a:extLst>
              </p:cNvPr>
              <p:cNvCxnSpPr>
                <a:cxnSpLocks/>
                <a:stCxn id="47" idx="0"/>
                <a:endCxn id="30" idx="2"/>
              </p:cNvCxnSpPr>
              <p:nvPr/>
            </p:nvCxnSpPr>
            <p:spPr>
              <a:xfrm flipH="1" flipV="1">
                <a:off x="3963234" y="2650349"/>
                <a:ext cx="10821" cy="450280"/>
              </a:xfrm>
              <a:prstGeom prst="line">
                <a:avLst/>
              </a:prstGeom>
              <a:ln w="22225">
                <a:solidFill>
                  <a:srgbClr val="B9A06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مستطيل مستدير الزوايا 28">
              <a:extLst>
                <a:ext uri="{FF2B5EF4-FFF2-40B4-BE49-F238E27FC236}">
                  <a16:creationId xmlns:a16="http://schemas.microsoft.com/office/drawing/2014/main" id="{6119D672-3036-D01A-DBD3-370FF41F46C5}"/>
                </a:ext>
              </a:extLst>
            </p:cNvPr>
            <p:cNvSpPr/>
            <p:nvPr/>
          </p:nvSpPr>
          <p:spPr>
            <a:xfrm>
              <a:off x="7122221" y="3296265"/>
              <a:ext cx="1801702" cy="380489"/>
            </a:xfrm>
            <a:prstGeom prst="roundRect">
              <a:avLst>
                <a:gd name="adj" fmla="val 17649"/>
              </a:avLst>
            </a:prstGeom>
            <a:solidFill>
              <a:srgbClr val="24A399"/>
            </a:solidFill>
            <a:ln w="3175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30" name="مستطيل مستدير الزوايا 29">
              <a:extLst>
                <a:ext uri="{FF2B5EF4-FFF2-40B4-BE49-F238E27FC236}">
                  <a16:creationId xmlns:a16="http://schemas.microsoft.com/office/drawing/2014/main" id="{81A7DBE2-F5C8-5C55-5186-E581B9B89E5F}"/>
                </a:ext>
              </a:extLst>
            </p:cNvPr>
            <p:cNvSpPr/>
            <p:nvPr/>
          </p:nvSpPr>
          <p:spPr>
            <a:xfrm>
              <a:off x="6785869" y="3172321"/>
              <a:ext cx="672704" cy="380489"/>
            </a:xfrm>
            <a:prstGeom prst="roundRect">
              <a:avLst>
                <a:gd name="adj" fmla="val 19190"/>
              </a:avLst>
            </a:prstGeom>
            <a:solidFill>
              <a:srgbClr val="24A399"/>
            </a:solidFill>
            <a:ln w="31750">
              <a:solidFill>
                <a:srgbClr val="B9A0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r>
                <a:rPr lang="en-US" b="1" dirty="0"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4</a:t>
              </a:r>
              <a:endParaRPr lang="ar-SA" b="1" dirty="0"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</p:grpSp>
      <p:sp>
        <p:nvSpPr>
          <p:cNvPr id="66" name="مربع نص 65">
            <a:extLst>
              <a:ext uri="{FF2B5EF4-FFF2-40B4-BE49-F238E27FC236}">
                <a16:creationId xmlns:a16="http://schemas.microsoft.com/office/drawing/2014/main" id="{27C7324A-D150-9622-D1A6-7823E7194D03}"/>
              </a:ext>
            </a:extLst>
          </p:cNvPr>
          <p:cNvSpPr txBox="1"/>
          <p:nvPr/>
        </p:nvSpPr>
        <p:spPr>
          <a:xfrm>
            <a:off x="7701344" y="5446585"/>
            <a:ext cx="1801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67" name="مربع نص 66">
            <a:extLst>
              <a:ext uri="{FF2B5EF4-FFF2-40B4-BE49-F238E27FC236}">
                <a16:creationId xmlns:a16="http://schemas.microsoft.com/office/drawing/2014/main" id="{0FD94591-23F1-41F4-1F4A-00C0F1159697}"/>
              </a:ext>
            </a:extLst>
          </p:cNvPr>
          <p:cNvSpPr txBox="1"/>
          <p:nvPr/>
        </p:nvSpPr>
        <p:spPr>
          <a:xfrm>
            <a:off x="5328258" y="4826100"/>
            <a:ext cx="1801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68" name="مربع نص 67">
            <a:extLst>
              <a:ext uri="{FF2B5EF4-FFF2-40B4-BE49-F238E27FC236}">
                <a16:creationId xmlns:a16="http://schemas.microsoft.com/office/drawing/2014/main" id="{003DD294-A0A0-B15D-434A-7914E6187E21}"/>
              </a:ext>
            </a:extLst>
          </p:cNvPr>
          <p:cNvSpPr txBox="1"/>
          <p:nvPr/>
        </p:nvSpPr>
        <p:spPr>
          <a:xfrm>
            <a:off x="2933401" y="3998786"/>
            <a:ext cx="1801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sp>
        <p:nvSpPr>
          <p:cNvPr id="69" name="مربع نص 68">
            <a:extLst>
              <a:ext uri="{FF2B5EF4-FFF2-40B4-BE49-F238E27FC236}">
                <a16:creationId xmlns:a16="http://schemas.microsoft.com/office/drawing/2014/main" id="{1127CFDF-E6BF-07B4-ED38-93EFBD7AFCDE}"/>
              </a:ext>
            </a:extLst>
          </p:cNvPr>
          <p:cNvSpPr txBox="1"/>
          <p:nvPr/>
        </p:nvSpPr>
        <p:spPr>
          <a:xfrm>
            <a:off x="658287" y="3269443"/>
            <a:ext cx="1801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جمعية هدية الحاج والمعتمر الخيرية</a:t>
            </a:r>
          </a:p>
        </p:txBody>
      </p:sp>
      <p:pic>
        <p:nvPicPr>
          <p:cNvPr id="70" name="صورة 69">
            <a:extLst>
              <a:ext uri="{FF2B5EF4-FFF2-40B4-BE49-F238E27FC236}">
                <a16:creationId xmlns:a16="http://schemas.microsoft.com/office/drawing/2014/main" id="{7FC23A45-60C4-CCE9-DE71-83435455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97" y="661496"/>
            <a:ext cx="232102" cy="386837"/>
          </a:xfrm>
          <a:prstGeom prst="rect">
            <a:avLst/>
          </a:prstGeom>
        </p:spPr>
      </p:pic>
      <p:pic>
        <p:nvPicPr>
          <p:cNvPr id="71" name="صورة 70">
            <a:extLst>
              <a:ext uri="{FF2B5EF4-FFF2-40B4-BE49-F238E27FC236}">
                <a16:creationId xmlns:a16="http://schemas.microsoft.com/office/drawing/2014/main" id="{20F6CA98-DEBC-54D4-623F-C6789F9DF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432" y="1872875"/>
            <a:ext cx="294639" cy="392851"/>
          </a:xfrm>
          <a:prstGeom prst="rect">
            <a:avLst/>
          </a:prstGeom>
        </p:spPr>
      </p:pic>
      <p:pic>
        <p:nvPicPr>
          <p:cNvPr id="72" name="صورة 71">
            <a:extLst>
              <a:ext uri="{FF2B5EF4-FFF2-40B4-BE49-F238E27FC236}">
                <a16:creationId xmlns:a16="http://schemas.microsoft.com/office/drawing/2014/main" id="{32E7A04F-DFE1-3FF9-C407-0F9573AAC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656" y="3053358"/>
            <a:ext cx="364707" cy="364707"/>
          </a:xfrm>
          <a:prstGeom prst="rect">
            <a:avLst/>
          </a:prstGeom>
        </p:spPr>
      </p:pic>
      <p:pic>
        <p:nvPicPr>
          <p:cNvPr id="73" name="صورة 72">
            <a:extLst>
              <a:ext uri="{FF2B5EF4-FFF2-40B4-BE49-F238E27FC236}">
                <a16:creationId xmlns:a16="http://schemas.microsoft.com/office/drawing/2014/main" id="{201E9E83-FE76-B133-74FF-546C355E1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3706" y="4231262"/>
            <a:ext cx="285367" cy="38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8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مستدير الزوايا 1">
            <a:extLst>
              <a:ext uri="{FF2B5EF4-FFF2-40B4-BE49-F238E27FC236}">
                <a16:creationId xmlns:a16="http://schemas.microsoft.com/office/drawing/2014/main" id="{E7494B79-763A-EAFA-4BE6-AA5308026145}"/>
              </a:ext>
            </a:extLst>
          </p:cNvPr>
          <p:cNvSpPr/>
          <p:nvPr/>
        </p:nvSpPr>
        <p:spPr>
          <a:xfrm rot="10800000">
            <a:off x="8321041" y="987552"/>
            <a:ext cx="2194560" cy="4197096"/>
          </a:xfrm>
          <a:prstGeom prst="roundRect">
            <a:avLst/>
          </a:prstGeom>
          <a:noFill/>
          <a:ln w="38100">
            <a:gradFill>
              <a:gsLst>
                <a:gs pos="31000">
                  <a:srgbClr val="F8F4EA"/>
                </a:gs>
                <a:gs pos="100000">
                  <a:srgbClr val="B59D6B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3" name="مستطيل مستدير الزوايا 2">
            <a:extLst>
              <a:ext uri="{FF2B5EF4-FFF2-40B4-BE49-F238E27FC236}">
                <a16:creationId xmlns:a16="http://schemas.microsoft.com/office/drawing/2014/main" id="{678F9118-F697-82BF-FE12-7B7687624D59}"/>
              </a:ext>
            </a:extLst>
          </p:cNvPr>
          <p:cNvSpPr/>
          <p:nvPr/>
        </p:nvSpPr>
        <p:spPr>
          <a:xfrm rot="10800000">
            <a:off x="6278880" y="1569720"/>
            <a:ext cx="2194560" cy="4197096"/>
          </a:xfrm>
          <a:prstGeom prst="roundRect">
            <a:avLst/>
          </a:prstGeom>
          <a:noFill/>
          <a:ln w="38100">
            <a:gradFill>
              <a:gsLst>
                <a:gs pos="31000">
                  <a:srgbClr val="F8F4EA"/>
                </a:gs>
                <a:gs pos="100000">
                  <a:srgbClr val="B59D6B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4" name="مستطيل مستدير الزوايا 3">
            <a:extLst>
              <a:ext uri="{FF2B5EF4-FFF2-40B4-BE49-F238E27FC236}">
                <a16:creationId xmlns:a16="http://schemas.microsoft.com/office/drawing/2014/main" id="{63C4A0E7-EA42-C430-E04B-343DA0C49DE3}"/>
              </a:ext>
            </a:extLst>
          </p:cNvPr>
          <p:cNvSpPr/>
          <p:nvPr/>
        </p:nvSpPr>
        <p:spPr>
          <a:xfrm rot="10800000">
            <a:off x="4236720" y="2151888"/>
            <a:ext cx="2194560" cy="3828288"/>
          </a:xfrm>
          <a:prstGeom prst="roundRect">
            <a:avLst/>
          </a:prstGeom>
          <a:noFill/>
          <a:ln w="38100">
            <a:gradFill>
              <a:gsLst>
                <a:gs pos="31000">
                  <a:srgbClr val="F8F4EA"/>
                </a:gs>
                <a:gs pos="100000">
                  <a:srgbClr val="B59D6B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5" name="مستطيل مستدير الزوايا 4">
            <a:extLst>
              <a:ext uri="{FF2B5EF4-FFF2-40B4-BE49-F238E27FC236}">
                <a16:creationId xmlns:a16="http://schemas.microsoft.com/office/drawing/2014/main" id="{FACDA62A-79DA-0638-F17C-301A4F91E182}"/>
              </a:ext>
            </a:extLst>
          </p:cNvPr>
          <p:cNvSpPr/>
          <p:nvPr/>
        </p:nvSpPr>
        <p:spPr>
          <a:xfrm rot="10800000">
            <a:off x="2194560" y="2734056"/>
            <a:ext cx="2194560" cy="3246120"/>
          </a:xfrm>
          <a:prstGeom prst="roundRect">
            <a:avLst/>
          </a:prstGeom>
          <a:noFill/>
          <a:ln w="38100">
            <a:gradFill>
              <a:gsLst>
                <a:gs pos="31000">
                  <a:srgbClr val="F8F4EA"/>
                </a:gs>
                <a:gs pos="100000">
                  <a:srgbClr val="B59D6B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97A77ED8-1B57-6D01-E71D-0D5694FA5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147" y="1102920"/>
            <a:ext cx="396696" cy="396696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F2A6586F-AFF2-D289-E488-C596B2A86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36" y="1670304"/>
            <a:ext cx="381110" cy="38111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53FEE9A3-445A-FB2D-6146-93AAE2D83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892" y="2235406"/>
            <a:ext cx="373988" cy="49865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B95D5600-D2FC-5CA1-225F-66DED7AB6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828" y="2734055"/>
            <a:ext cx="475943" cy="3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5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8F16FAD7-09CE-8FC5-AFD2-D0C2AE63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840" y="2029680"/>
            <a:ext cx="4090320" cy="2798640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A97AE1DD-082C-C468-C181-23BDFB784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51" y="2072298"/>
            <a:ext cx="3934696" cy="27051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EA440B-C217-EAB6-8CCD-F1BE2FA0B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95" y="723054"/>
            <a:ext cx="2501478" cy="5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6685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88</Words>
  <Application>Microsoft Macintosh PowerPoint</Application>
  <PresentationFormat>شاشة عريضة</PresentationFormat>
  <Paragraphs>24</Paragraphs>
  <Slides>10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5" baseType="lpstr">
      <vt:lpstr>Aptos</vt:lpstr>
      <vt:lpstr>Arial</vt:lpstr>
      <vt:lpstr>IBM Plex Sans Arabic</vt:lpstr>
      <vt:lpstr>IBM Plex Sans Arabic Medium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 amoeba</dc:creator>
  <cp:lastModifiedBy>عوادي الجابري</cp:lastModifiedBy>
  <cp:revision>3</cp:revision>
  <dcterms:created xsi:type="dcterms:W3CDTF">2024-12-24T05:50:11Z</dcterms:created>
  <dcterms:modified xsi:type="dcterms:W3CDTF">2026-05-03T07:10:00Z</dcterms:modified>
</cp:coreProperties>
</file>
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67" r:id="rId3"/>
    <p:sldId id="265" r:id="rId4"/>
    <p:sldId id="268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9" r:id="rId13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9D6B"/>
    <a:srgbClr val="287971"/>
    <a:srgbClr val="24A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6395"/>
  </p:normalViewPr>
  <p:slideViewPr>
    <p:cSldViewPr snapToGrid="0">
      <p:cViewPr varScale="1">
        <p:scale>
          <a:sx n="109" d="100"/>
          <a:sy n="109" d="100"/>
        </p:scale>
        <p:origin x="224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404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60EB646-F302-FB43-8867-83C0235A2DEF}" type="datetimeFigureOut">
              <a:rPr lang="ar-SA" smtClean="0"/>
              <a:t>23 رجب، 1446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6EF4BE0-37CC-024C-9698-48072536103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8165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529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680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B7AFA23-4660-B8B4-B199-16A5A104A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479FA77D-DA76-C01F-53E9-27D880199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5F1B0C2-B7A6-7446-15DD-673B749EE3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59877" y="401135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9695E48-1BC4-B993-1C6C-950282D1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25022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D65FC28-57DF-FA07-A6B0-E05F2E3D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2884" y="4335821"/>
            <a:ext cx="2743200" cy="365125"/>
          </a:xfrm>
          <a:prstGeom prst="rect">
            <a:avLst/>
          </a:prstGeom>
        </p:spPr>
        <p:txBody>
          <a:bodyPr/>
          <a:lstStyle/>
          <a:p>
            <a:fld id="{99387363-0968-C74C-82A7-14DA9BCDC32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8636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9933086-853D-740B-A127-9BB422A91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237044C-FAFD-D813-72C6-61B2ECEE45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5A4519C9-93AE-77DE-841F-A3D3A852E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1D45583-CF0F-D577-8F05-B7B9ED0B70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59877" y="401135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95DB7CD6-9D5D-5B3B-FF9B-AB94E3BAD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25022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74532C0-636E-312E-C5D2-BCA1ACB6D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2884" y="4335821"/>
            <a:ext cx="2743200" cy="365125"/>
          </a:xfrm>
          <a:prstGeom prst="rect">
            <a:avLst/>
          </a:prstGeom>
        </p:spPr>
        <p:txBody>
          <a:bodyPr/>
          <a:lstStyle/>
          <a:p>
            <a:fld id="{99387363-0968-C74C-82A7-14DA9BCDC32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5351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699B032-1E2E-CEF8-3CB9-8A428FBD0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0C3C4B98-E9D3-ACFE-F5CC-85702B190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4236F2E1-4323-9CF1-4361-B838BCE56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BF120F62-506C-8516-8B54-FAC6409FC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1B80BE42-D565-160E-C8AA-FA67CFA18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83BE61DD-BE3E-D6EA-E7A3-8D93F3D99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59877" y="401135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2390C115-82D6-9DA3-FE77-D13D5B4FC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25022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E3538D38-3E78-76F6-0D33-38EDE124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2884" y="4335821"/>
            <a:ext cx="2743200" cy="365125"/>
          </a:xfrm>
          <a:prstGeom prst="rect">
            <a:avLst/>
          </a:prstGeom>
        </p:spPr>
        <p:txBody>
          <a:bodyPr/>
          <a:lstStyle/>
          <a:p>
            <a:fld id="{99387363-0968-C74C-82A7-14DA9BCDC32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65450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8A58640-F89A-E3C9-0D1B-C4A89335D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0419F18E-2922-D9A2-8765-5EFB4DEFB0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59877" y="401135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CC581857-3C39-0354-4782-032414C2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25022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1523EB81-6EEA-DB48-434E-274689F0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2884" y="4335821"/>
            <a:ext cx="2743200" cy="365125"/>
          </a:xfrm>
          <a:prstGeom prst="rect">
            <a:avLst/>
          </a:prstGeom>
        </p:spPr>
        <p:txBody>
          <a:bodyPr/>
          <a:lstStyle/>
          <a:p>
            <a:fld id="{99387363-0968-C74C-82A7-14DA9BCDC32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792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6D84676A-19A2-3884-51AA-1B717B23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59877" y="401135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6AD84D13-7EE3-34CF-6CAA-C7B0CEB3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25022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83F7C8FC-F90B-CE71-2441-CB429D686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2884" y="4335821"/>
            <a:ext cx="2743200" cy="365125"/>
          </a:xfrm>
          <a:prstGeom prst="rect">
            <a:avLst/>
          </a:prstGeom>
        </p:spPr>
        <p:txBody>
          <a:bodyPr/>
          <a:lstStyle/>
          <a:p>
            <a:fld id="{99387363-0968-C74C-82A7-14DA9BCDC32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5037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CCC6080-78F7-0DCC-314F-E6AAF063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F06A916-5ED2-DE91-6767-A14E6293E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6AC027E-A41F-8362-43D5-584702EAF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330BEFF9-61BA-C2F0-1B48-FB9A3B3FC2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59877" y="401135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723226A6-323D-941B-BCF2-5A4B0A67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25022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F0937B6-51C2-0C72-C82E-1D005FD71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2884" y="4335821"/>
            <a:ext cx="2743200" cy="365125"/>
          </a:xfrm>
          <a:prstGeom prst="rect">
            <a:avLst/>
          </a:prstGeom>
        </p:spPr>
        <p:txBody>
          <a:bodyPr/>
          <a:lstStyle/>
          <a:p>
            <a:fld id="{99387363-0968-C74C-82A7-14DA9BCDC32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05215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6912063-A3CF-CB01-18D0-F0F438A73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71868D78-18A1-B613-EC11-67B48B7BB6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A33790E4-06D2-82FE-0247-34FAFA052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7D7717B7-2170-E367-F635-EC036FA0A3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59877" y="401135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9FC25BD0-1F41-4DB7-817D-EBF8E634E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25022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F0D62B1-0736-AE36-9DE7-5F8E595C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2884" y="4335821"/>
            <a:ext cx="2743200" cy="365125"/>
          </a:xfrm>
          <a:prstGeom prst="rect">
            <a:avLst/>
          </a:prstGeom>
        </p:spPr>
        <p:txBody>
          <a:bodyPr/>
          <a:lstStyle/>
          <a:p>
            <a:fld id="{99387363-0968-C74C-82A7-14DA9BCDC32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21894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088FBFA-2211-1A2A-19FC-5DE66D28A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9FD3FCDC-D88F-DF81-F87F-0399A891A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07941" y="616257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D9206CD-EF72-4285-603D-50DA5F47A7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59877" y="401135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5110682-604E-B93F-569F-F27EB8B9C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25022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FD522DC-671F-EF00-DE3A-10E56DCB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2884" y="4335821"/>
            <a:ext cx="2743200" cy="365125"/>
          </a:xfrm>
          <a:prstGeom prst="rect">
            <a:avLst/>
          </a:prstGeom>
        </p:spPr>
        <p:txBody>
          <a:bodyPr/>
          <a:lstStyle/>
          <a:p>
            <a:fld id="{99387363-0968-C74C-82A7-14DA9BCDC32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21381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24A00060-3804-345C-97A4-224F25CCC8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0999085D-85CC-028D-09B2-F5C17A8B8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B967875-8EF3-82C8-16EE-1AB225FF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59877" y="401135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084524B-EA3F-140A-33FC-72DC48C1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25022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1DBFBF5-0A20-028D-3E4C-7E2C3890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2884" y="4335821"/>
            <a:ext cx="2743200" cy="365125"/>
          </a:xfrm>
          <a:prstGeom prst="rect">
            <a:avLst/>
          </a:prstGeom>
        </p:spPr>
        <p:txBody>
          <a:bodyPr/>
          <a:lstStyle/>
          <a:p>
            <a:fld id="{99387363-0968-C74C-82A7-14DA9BCDC32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71713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132D4B3-CAF3-2B12-0E6D-53E7FD0EB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C3D25357-21E2-AE59-AAB8-D880BDB3A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7A4E2CF-E072-54B7-C7E8-015F7425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B84709C-E47E-97AC-F9D9-C25E0559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002601F-B194-FAE5-83D2-BA78AC4DA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EC0ED-C702-6F4F-89D1-7756505D508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24159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095BBF0-0AC1-AE0B-5FE8-C1BD688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07785FB-86E0-974C-9069-9919FBA10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F81136C-84A3-C27B-C55F-F92E45E1B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2745F20-4673-4117-7834-B3672F85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3890CF7-588A-FED0-7FE2-B2717267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EC0ED-C702-6F4F-89D1-7756505D508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03971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33A1AE3-2F0E-A5C9-59F3-87E792C73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FA175F93-D5EE-6F6B-A332-929F9B6DF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D2FABEB-5B31-292B-216E-80F3C5B4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B7A50E6-C9EE-48EE-CE05-32738FEF8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B300CA4-FB52-E50D-8D8C-79A4DA46B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EC0ED-C702-6F4F-89D1-7756505D508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20707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FD32BC3-4DF6-06B5-6006-096F4E7F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0065962-8BAC-CDF8-4B67-F18872AB0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53A95136-CF0E-808A-34A2-73A86F8EC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E26EDE7A-D63C-A855-3B52-8D66D7F4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1C4A2CC3-4DB9-D745-BA6F-2529ACAC3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50C2B6A-16CC-6BAF-4A92-FBA178A3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EC0ED-C702-6F4F-89D1-7756505D508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21247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BCA2672-41C3-1400-A3C6-DC9B2D1FA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74EDB647-10F9-D35C-EFCA-841574167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825A630E-4C07-EE2F-AF40-E24F2977F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0095E085-FA58-0CF1-8787-B0C294CE63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7996F6D4-2873-B6D5-FED0-ED874D8B74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D882E9B2-20F6-716A-E7FF-E3DDB29A9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322C17E6-7CE9-E356-4E7A-59F45258F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B5B84142-2BB4-AA74-7B19-1E91B9F00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EC0ED-C702-6F4F-89D1-7756505D508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44269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5CA7515-FEC5-19D5-E389-738B055C0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BB760DD9-F44A-010E-4D43-D3B7F82C0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AA9C335B-D774-B133-4E9B-56DB7AF1E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BDAC1F1E-CB7C-CCA7-8C7D-C15BA98E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EC0ED-C702-6F4F-89D1-7756505D508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514431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80BF764F-C6AF-3E21-285D-92372D47E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800733BC-3041-B8A7-47F9-990C98E72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D9C10927-E349-7B48-C4B2-1A02DAD36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EC0ED-C702-6F4F-89D1-7756505D508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630769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D3370DD-44EE-FF1D-ED45-CC9F51C5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5B1F8E6-6A24-3E9C-5A3B-1AACF2FF8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50799BD8-A932-3DF5-5849-B97D44B3E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92D61E4E-CA5B-8E7A-73A0-FFEB093D9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C9C68FF-B749-79D3-3815-B1E0D1A0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DA17646A-6437-A049-59D8-8D85C4EF2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EC0ED-C702-6F4F-89D1-7756505D508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832615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EDE7D5C-B1F5-720D-AC81-C65C55F25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41FD8C29-1F25-5A2E-9C9C-F5058691FD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14CB58B-CCA9-8F14-7C69-297C89164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94A1AE97-0F01-A4D9-0F71-64F243E9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E0CCCF0-82E8-F0D2-811E-902EA640B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7DE029A2-98D8-9D7D-2313-7352450F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EC0ED-C702-6F4F-89D1-7756505D508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826789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D10752A-5FCF-64A7-BB72-305D5C51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80C35058-BBE4-3A81-B7C3-9AB99CB3E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A3B28E5-7ACF-FAF2-B4D1-779B1B20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C94BFD1-76D8-F746-7E06-B9527D6E6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F9347B5-D5EB-1C80-A9F1-B1487A1D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EC0ED-C702-6F4F-89D1-7756505D508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81804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12C625B0-94F1-09C1-AA0A-F918D753FE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31DED60D-56D4-E5CF-45B1-765FF8B49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50BE8FC-F71D-93CB-69D2-B1B596DF6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58A91DE-A042-ED76-C32A-084693C96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BDBE3A0-6269-4F6A-1D01-608517D37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EC0ED-C702-6F4F-89D1-7756505D508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1457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مستطيل مستدير الزوايا 9">
            <a:extLst>
              <a:ext uri="{FF2B5EF4-FFF2-40B4-BE49-F238E27FC236}">
                <a16:creationId xmlns:a16="http://schemas.microsoft.com/office/drawing/2014/main" id="{CE09CA65-25FE-529B-614A-071215B02276}"/>
              </a:ext>
            </a:extLst>
          </p:cNvPr>
          <p:cNvSpPr/>
          <p:nvPr userDrawn="1"/>
        </p:nvSpPr>
        <p:spPr>
          <a:xfrm>
            <a:off x="-178904" y="6042991"/>
            <a:ext cx="11072191" cy="81500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B59D6B"/>
              </a:gs>
              <a:gs pos="85000">
                <a:srgbClr val="B59D6B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 dirty="0"/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29F8645F-6F18-CBDB-B505-93E79363546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209800" y="-1321736"/>
            <a:ext cx="7772400" cy="668593"/>
          </a:xfrm>
          <a:prstGeom prst="rect">
            <a:avLst/>
          </a:prstGeom>
        </p:spPr>
      </p:pic>
      <p:pic>
        <p:nvPicPr>
          <p:cNvPr id="13" name="صورة 12">
            <a:extLst>
              <a:ext uri="{FF2B5EF4-FFF2-40B4-BE49-F238E27FC236}">
                <a16:creationId xmlns:a16="http://schemas.microsoft.com/office/drawing/2014/main" id="{39994B33-C545-82CE-78DB-C7FBB28A651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8000"/>
          </a:blip>
          <a:stretch>
            <a:fillRect/>
          </a:stretch>
        </p:blipFill>
        <p:spPr>
          <a:xfrm>
            <a:off x="6769781" y="-50639"/>
            <a:ext cx="9299179" cy="12692315"/>
          </a:xfrm>
          <a:prstGeom prst="rect">
            <a:avLst/>
          </a:prstGeom>
        </p:spPr>
      </p:pic>
      <p:sp>
        <p:nvSpPr>
          <p:cNvPr id="17" name="مستطيل مستدير الزوايا 16">
            <a:extLst>
              <a:ext uri="{FF2B5EF4-FFF2-40B4-BE49-F238E27FC236}">
                <a16:creationId xmlns:a16="http://schemas.microsoft.com/office/drawing/2014/main" id="{6B6C10E1-C97E-BD68-819E-71C13A1E7302}"/>
              </a:ext>
            </a:extLst>
          </p:cNvPr>
          <p:cNvSpPr/>
          <p:nvPr userDrawn="1"/>
        </p:nvSpPr>
        <p:spPr>
          <a:xfrm>
            <a:off x="5292567" y="6295519"/>
            <a:ext cx="1606866" cy="309952"/>
          </a:xfrm>
          <a:prstGeom prst="roundRect">
            <a:avLst/>
          </a:prstGeom>
          <a:gradFill flip="none" rotWithShape="1">
            <a:gsLst>
              <a:gs pos="53000">
                <a:srgbClr val="B59D6B"/>
              </a:gs>
              <a:gs pos="0">
                <a:srgbClr val="B59D6B">
                  <a:alpha val="0"/>
                  <a:lumMod val="68000"/>
                </a:srgbClr>
              </a:gs>
              <a:gs pos="100000">
                <a:srgbClr val="B59D6B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fld id="{73FEB708-80CD-EA4F-BFCB-40531188696E}" type="slidenum">
              <a:rPr lang="ar-SA" smtClean="0"/>
              <a:t>‹#›</a:t>
            </a:fld>
            <a:endParaRPr lang="ar-S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53D71B-AC55-F0E7-07C3-B9054AA435C8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821496" y="6042991"/>
            <a:ext cx="17399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96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594883E5-2330-4639-B977-EA9D8F873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8798747F-BDA7-F3E1-D031-7CB94BBC8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BA62BA3-4F74-70E5-791C-79E093E744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02C51D0-9C5D-41EB-88EA-551468047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F5A9FEB-C49D-912D-B32C-67D0BD25E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9EC0ED-C702-6F4F-89D1-7756505D508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035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79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>
            <a:extLst>
              <a:ext uri="{FF2B5EF4-FFF2-40B4-BE49-F238E27FC236}">
                <a16:creationId xmlns:a16="http://schemas.microsoft.com/office/drawing/2014/main" id="{2BEF4852-714F-969C-A725-E3B41B7DEA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7842" y="-85061"/>
            <a:ext cx="12567684" cy="7102549"/>
          </a:xfrm>
          <a:prstGeom prst="rect">
            <a:avLst/>
          </a:prstGeom>
          <a:solidFill>
            <a:srgbClr val="2879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FB049146-9CC8-4EE8-35F9-71C5C382DC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-2553978" y="-2849024"/>
            <a:ext cx="17299955" cy="23695259"/>
          </a:xfrm>
          <a:prstGeom prst="rect">
            <a:avLst/>
          </a:prstGeom>
          <a:effectLst>
            <a:outerShdw blurRad="284217" dist="50800" dir="5400000" algn="ctr" rotWithShape="0">
              <a:srgbClr val="000000">
                <a:alpha val="29229"/>
              </a:srgbClr>
            </a:outerShdw>
            <a:reflection endPos="0" dir="5400000" sy="-100000" algn="bl" rotWithShape="0"/>
          </a:effectLst>
        </p:spPr>
      </p:pic>
      <p:pic>
        <p:nvPicPr>
          <p:cNvPr id="13" name="صورة 12">
            <a:extLst>
              <a:ext uri="{FF2B5EF4-FFF2-40B4-BE49-F238E27FC236}">
                <a16:creationId xmlns:a16="http://schemas.microsoft.com/office/drawing/2014/main" id="{DAAAD6C7-0F1C-AF45-13C0-B15C9C790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572093"/>
            <a:ext cx="7772400" cy="171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19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9A59BB9F-47A2-0DB7-D3C2-D904EADA0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2584450"/>
            <a:ext cx="7505700" cy="16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72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79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B7BCDF-8174-238E-AE61-E4122F7A4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>
            <a:extLst>
              <a:ext uri="{FF2B5EF4-FFF2-40B4-BE49-F238E27FC236}">
                <a16:creationId xmlns:a16="http://schemas.microsoft.com/office/drawing/2014/main" id="{3E3FDCA5-757B-ADF6-4211-3C644767EF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7842" y="-85061"/>
            <a:ext cx="12567684" cy="7102549"/>
          </a:xfrm>
          <a:prstGeom prst="rect">
            <a:avLst/>
          </a:prstGeom>
          <a:solidFill>
            <a:srgbClr val="2879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CD4796EE-C511-1A49-A2C0-07432B6EA28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-2553978" y="-2849024"/>
            <a:ext cx="17299955" cy="23695259"/>
          </a:xfrm>
          <a:prstGeom prst="rect">
            <a:avLst/>
          </a:prstGeom>
          <a:effectLst>
            <a:outerShdw blurRad="284217" dist="50800" dir="5400000" algn="ctr" rotWithShape="0">
              <a:srgbClr val="000000">
                <a:alpha val="29229"/>
              </a:srgbClr>
            </a:outerShdw>
            <a:reflection endPos="0" dir="5400000" sy="-100000" algn="bl" rotWithShape="0"/>
          </a:effectLst>
        </p:spPr>
      </p:pic>
      <p:grpSp>
        <p:nvGrpSpPr>
          <p:cNvPr id="12" name="مجموعة 11">
            <a:extLst>
              <a:ext uri="{FF2B5EF4-FFF2-40B4-BE49-F238E27FC236}">
                <a16:creationId xmlns:a16="http://schemas.microsoft.com/office/drawing/2014/main" id="{46EDBF53-B9B5-0513-73B8-F7ABB7C1A156}"/>
              </a:ext>
            </a:extLst>
          </p:cNvPr>
          <p:cNvGrpSpPr/>
          <p:nvPr/>
        </p:nvGrpSpPr>
        <p:grpSpPr>
          <a:xfrm>
            <a:off x="3464701" y="3004548"/>
            <a:ext cx="5262596" cy="923330"/>
            <a:chOff x="3915756" y="2967335"/>
            <a:chExt cx="5262596" cy="923330"/>
          </a:xfrm>
        </p:grpSpPr>
        <p:sp>
          <p:nvSpPr>
            <p:cNvPr id="2" name="مربع نص 1">
              <a:extLst>
                <a:ext uri="{FF2B5EF4-FFF2-40B4-BE49-F238E27FC236}">
                  <a16:creationId xmlns:a16="http://schemas.microsoft.com/office/drawing/2014/main" id="{CB532128-9D23-9F50-C15E-D9324C6FE325}"/>
                </a:ext>
              </a:extLst>
            </p:cNvPr>
            <p:cNvSpPr txBox="1"/>
            <p:nvPr/>
          </p:nvSpPr>
          <p:spPr>
            <a:xfrm>
              <a:off x="3915756" y="2967335"/>
              <a:ext cx="4360489" cy="92333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ar-SA" sz="5400" b="1" dirty="0">
                  <a:solidFill>
                    <a:schemeClr val="bg1"/>
                  </a:solidFill>
                  <a:latin typeface="IBM Plex Sans Arabic" panose="020B0503050203000203" pitchFamily="34" charset="-78"/>
                  <a:cs typeface="IBM Plex Sans Arabic" panose="020B0503050203000203" pitchFamily="34" charset="-78"/>
                </a:rPr>
                <a:t>الـقــــســـــم الأول </a:t>
              </a:r>
            </a:p>
          </p:txBody>
        </p:sp>
        <p:sp>
          <p:nvSpPr>
            <p:cNvPr id="11" name="نصف إطار 10">
              <a:extLst>
                <a:ext uri="{FF2B5EF4-FFF2-40B4-BE49-F238E27FC236}">
                  <a16:creationId xmlns:a16="http://schemas.microsoft.com/office/drawing/2014/main" id="{FFB4F0F9-45D5-CD09-EC58-B74F2D91E548}"/>
                </a:ext>
              </a:extLst>
            </p:cNvPr>
            <p:cNvSpPr/>
            <p:nvPr/>
          </p:nvSpPr>
          <p:spPr>
            <a:xfrm>
              <a:off x="8391543" y="3035595"/>
              <a:ext cx="786809" cy="786809"/>
            </a:xfrm>
            <a:prstGeom prst="halfFrame">
              <a:avLst/>
            </a:prstGeom>
            <a:solidFill>
              <a:srgbClr val="B59D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1761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شكل حر 16">
            <a:extLst>
              <a:ext uri="{FF2B5EF4-FFF2-40B4-BE49-F238E27FC236}">
                <a16:creationId xmlns:a16="http://schemas.microsoft.com/office/drawing/2014/main" id="{EC024D94-9E33-D9AA-A13B-2E63479075DB}"/>
              </a:ext>
            </a:extLst>
          </p:cNvPr>
          <p:cNvSpPr/>
          <p:nvPr/>
        </p:nvSpPr>
        <p:spPr>
          <a:xfrm rot="5400000">
            <a:off x="-228834" y="275930"/>
            <a:ext cx="5670309" cy="5503457"/>
          </a:xfrm>
          <a:custGeom>
            <a:avLst/>
            <a:gdLst>
              <a:gd name="connsiteX0" fmla="*/ 0 w 5670309"/>
              <a:gd name="connsiteY0" fmla="*/ 5503457 h 5503457"/>
              <a:gd name="connsiteX1" fmla="*/ 1 w 5670309"/>
              <a:gd name="connsiteY1" fmla="*/ 1745695 h 5503457"/>
              <a:gd name="connsiteX2" fmla="*/ 2049670 w 5670309"/>
              <a:gd name="connsiteY2" fmla="*/ 388111 h 5503457"/>
              <a:gd name="connsiteX3" fmla="*/ 5282198 w 5670309"/>
              <a:gd name="connsiteY3" fmla="*/ 1044706 h 5503457"/>
              <a:gd name="connsiteX4" fmla="*/ 4625603 w 5670309"/>
              <a:gd name="connsiteY4" fmla="*/ 4277233 h 5503457"/>
              <a:gd name="connsiteX5" fmla="*/ 2774260 w 5670309"/>
              <a:gd name="connsiteY5" fmla="*/ 5503457 h 5503457"/>
              <a:gd name="connsiteX6" fmla="*/ 0 w 5670309"/>
              <a:gd name="connsiteY6" fmla="*/ 5503457 h 550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70309" h="5503457">
                <a:moveTo>
                  <a:pt x="0" y="5503457"/>
                </a:moveTo>
                <a:lnTo>
                  <a:pt x="1" y="1745695"/>
                </a:lnTo>
                <a:lnTo>
                  <a:pt x="2049670" y="388111"/>
                </a:lnTo>
                <a:cubicBezTo>
                  <a:pt x="3123622" y="-323213"/>
                  <a:pt x="4570874" y="-29246"/>
                  <a:pt x="5282198" y="1044706"/>
                </a:cubicBezTo>
                <a:cubicBezTo>
                  <a:pt x="5993522" y="2118658"/>
                  <a:pt x="5699554" y="3565909"/>
                  <a:pt x="4625603" y="4277233"/>
                </a:cubicBezTo>
                <a:lnTo>
                  <a:pt x="2774260" y="5503457"/>
                </a:lnTo>
                <a:lnTo>
                  <a:pt x="0" y="5503457"/>
                </a:lnTo>
                <a:close/>
              </a:path>
            </a:pathLst>
          </a:custGeom>
          <a:gradFill>
            <a:gsLst>
              <a:gs pos="53000">
                <a:srgbClr val="B59D6B"/>
              </a:gs>
              <a:gs pos="0">
                <a:srgbClr val="B59D6B">
                  <a:alpha val="0"/>
                  <a:lumMod val="68000"/>
                </a:srgbClr>
              </a:gs>
              <a:gs pos="100000">
                <a:srgbClr val="B59D6B">
                  <a:alpha val="0"/>
                </a:srgbClr>
              </a:gs>
            </a:gsLst>
            <a:lin ang="0" scaled="1"/>
          </a:gradFill>
          <a:ln>
            <a:noFill/>
          </a:ln>
          <a:effectLst>
            <a:outerShdw sx="1000" sy="1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8" name="شكل حر 7">
            <a:extLst>
              <a:ext uri="{FF2B5EF4-FFF2-40B4-BE49-F238E27FC236}">
                <a16:creationId xmlns:a16="http://schemas.microsoft.com/office/drawing/2014/main" id="{63DF6BF4-09DB-4A79-FB97-A33AC0BF1140}"/>
              </a:ext>
            </a:extLst>
          </p:cNvPr>
          <p:cNvSpPr/>
          <p:nvPr/>
        </p:nvSpPr>
        <p:spPr>
          <a:xfrm rot="5400000">
            <a:off x="-83426" y="83426"/>
            <a:ext cx="5670309" cy="5503457"/>
          </a:xfrm>
          <a:custGeom>
            <a:avLst/>
            <a:gdLst>
              <a:gd name="connsiteX0" fmla="*/ 0 w 5670309"/>
              <a:gd name="connsiteY0" fmla="*/ 5503457 h 5503457"/>
              <a:gd name="connsiteX1" fmla="*/ 1 w 5670309"/>
              <a:gd name="connsiteY1" fmla="*/ 1745695 h 5503457"/>
              <a:gd name="connsiteX2" fmla="*/ 2049670 w 5670309"/>
              <a:gd name="connsiteY2" fmla="*/ 388111 h 5503457"/>
              <a:gd name="connsiteX3" fmla="*/ 5282198 w 5670309"/>
              <a:gd name="connsiteY3" fmla="*/ 1044706 h 5503457"/>
              <a:gd name="connsiteX4" fmla="*/ 4625603 w 5670309"/>
              <a:gd name="connsiteY4" fmla="*/ 4277233 h 5503457"/>
              <a:gd name="connsiteX5" fmla="*/ 2774260 w 5670309"/>
              <a:gd name="connsiteY5" fmla="*/ 5503457 h 5503457"/>
              <a:gd name="connsiteX6" fmla="*/ 0 w 5670309"/>
              <a:gd name="connsiteY6" fmla="*/ 5503457 h 550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70309" h="5503457">
                <a:moveTo>
                  <a:pt x="0" y="5503457"/>
                </a:moveTo>
                <a:lnTo>
                  <a:pt x="1" y="1745695"/>
                </a:lnTo>
                <a:lnTo>
                  <a:pt x="2049670" y="388111"/>
                </a:lnTo>
                <a:cubicBezTo>
                  <a:pt x="3123622" y="-323213"/>
                  <a:pt x="4570874" y="-29246"/>
                  <a:pt x="5282198" y="1044706"/>
                </a:cubicBezTo>
                <a:cubicBezTo>
                  <a:pt x="5993522" y="2118658"/>
                  <a:pt x="5699554" y="3565909"/>
                  <a:pt x="4625603" y="4277233"/>
                </a:cubicBezTo>
                <a:lnTo>
                  <a:pt x="2774260" y="5503457"/>
                </a:lnTo>
                <a:lnTo>
                  <a:pt x="0" y="5503457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>
            <a:outerShdw sx="1000" sy="1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19" name="مستطيل مستدير الزوايا 18">
            <a:extLst>
              <a:ext uri="{FF2B5EF4-FFF2-40B4-BE49-F238E27FC236}">
                <a16:creationId xmlns:a16="http://schemas.microsoft.com/office/drawing/2014/main" id="{C042A194-1D67-9296-93B0-4ABA32924D71}"/>
              </a:ext>
            </a:extLst>
          </p:cNvPr>
          <p:cNvSpPr/>
          <p:nvPr/>
        </p:nvSpPr>
        <p:spPr>
          <a:xfrm>
            <a:off x="4971444" y="1263107"/>
            <a:ext cx="6965184" cy="165358"/>
          </a:xfrm>
          <a:prstGeom prst="roundRect">
            <a:avLst>
              <a:gd name="adj" fmla="val 14935"/>
            </a:avLst>
          </a:prstGeom>
          <a:gradFill flip="none" rotWithShape="1">
            <a:gsLst>
              <a:gs pos="0">
                <a:srgbClr val="24A399"/>
              </a:gs>
              <a:gs pos="52000">
                <a:srgbClr val="24A399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 dirty="0"/>
          </a:p>
        </p:txBody>
      </p:sp>
      <p:sp>
        <p:nvSpPr>
          <p:cNvPr id="20" name="مربع نص 19">
            <a:extLst>
              <a:ext uri="{FF2B5EF4-FFF2-40B4-BE49-F238E27FC236}">
                <a16:creationId xmlns:a16="http://schemas.microsoft.com/office/drawing/2014/main" id="{7C7772A3-7FE7-F85A-1250-D809309D28AB}"/>
              </a:ext>
            </a:extLst>
          </p:cNvPr>
          <p:cNvSpPr txBox="1"/>
          <p:nvPr/>
        </p:nvSpPr>
        <p:spPr>
          <a:xfrm>
            <a:off x="5503457" y="506951"/>
            <a:ext cx="6433171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algn="l" defTabSz="914400" rtl="0" eaLnBrk="1" latinLnBrk="0" hangingPunct="1"/>
            <a:r>
              <a:rPr lang="ar-SA" sz="3600" b="1" dirty="0">
                <a:solidFill>
                  <a:srgbClr val="B59D6B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جمعية</a:t>
            </a:r>
            <a:r>
              <a:rPr lang="ar-SA" sz="3600" b="1" dirty="0">
                <a:solidFill>
                  <a:srgbClr val="287971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 هدية الحاج والمعتمر الخيرية </a:t>
            </a:r>
          </a:p>
        </p:txBody>
      </p:sp>
    </p:spTree>
    <p:extLst>
      <p:ext uri="{BB962C8B-B14F-4D97-AF65-F5344CB8AC3E}">
        <p14:creationId xmlns:p14="http://schemas.microsoft.com/office/powerpoint/2010/main" val="3689767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مربع نص 19">
            <a:extLst>
              <a:ext uri="{FF2B5EF4-FFF2-40B4-BE49-F238E27FC236}">
                <a16:creationId xmlns:a16="http://schemas.microsoft.com/office/drawing/2014/main" id="{E387A84A-A0D6-A503-7314-362458EB54C9}"/>
              </a:ext>
            </a:extLst>
          </p:cNvPr>
          <p:cNvSpPr txBox="1"/>
          <p:nvPr/>
        </p:nvSpPr>
        <p:spPr>
          <a:xfrm>
            <a:off x="2879415" y="478465"/>
            <a:ext cx="6433171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algn="l" defTabSz="914400" rtl="0" eaLnBrk="1" latinLnBrk="0" hangingPunct="1"/>
            <a:r>
              <a:rPr lang="ar-SA" sz="3600" b="1" dirty="0">
                <a:solidFill>
                  <a:srgbClr val="B59D6B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جمعية</a:t>
            </a:r>
            <a:r>
              <a:rPr lang="ar-SA" sz="3600" b="1" dirty="0">
                <a:solidFill>
                  <a:srgbClr val="287971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 </a:t>
            </a:r>
            <a:r>
              <a:rPr lang="ar-SA" sz="3600" b="1" dirty="0">
                <a:solidFill>
                  <a:srgbClr val="287971"/>
                </a:solidFill>
                <a:latin typeface="IBM Plex Sans Arabic SemiBold" panose="020B0503050203000203" pitchFamily="34" charset="-78"/>
                <a:ea typeface="Malgun Gothic" panose="020B0503020000020004" pitchFamily="34" charset="-127"/>
                <a:cs typeface="IBM Plex Sans Arabic SemiBold" panose="020B0503050203000203" pitchFamily="34" charset="-78"/>
              </a:rPr>
              <a:t>هدية الحاج والمعتمر الخيرية </a:t>
            </a:r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C6ECDF61-069D-CB88-0237-2D10C18485D2}"/>
              </a:ext>
            </a:extLst>
          </p:cNvPr>
          <p:cNvSpPr txBox="1"/>
          <p:nvPr/>
        </p:nvSpPr>
        <p:spPr>
          <a:xfrm>
            <a:off x="6782059" y="1900310"/>
            <a:ext cx="4067139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algn="l" defTabSz="914400" rtl="0" eaLnBrk="1" latinLnBrk="0" hangingPunct="1"/>
            <a:r>
              <a:rPr lang="ar-SA" sz="2400" dirty="0">
                <a:solidFill>
                  <a:srgbClr val="B59D6B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جمعية</a:t>
            </a:r>
            <a:r>
              <a:rPr lang="ar-SA" sz="2400" dirty="0">
                <a:solidFill>
                  <a:srgbClr val="287971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 هدية الحاج والمعتمر الخيرية </a:t>
            </a:r>
          </a:p>
        </p:txBody>
      </p:sp>
      <p:grpSp>
        <p:nvGrpSpPr>
          <p:cNvPr id="27" name="مجموعة 26">
            <a:extLst>
              <a:ext uri="{FF2B5EF4-FFF2-40B4-BE49-F238E27FC236}">
                <a16:creationId xmlns:a16="http://schemas.microsoft.com/office/drawing/2014/main" id="{D0843103-5F5E-5C57-C8E8-88CC480B5A5C}"/>
              </a:ext>
            </a:extLst>
          </p:cNvPr>
          <p:cNvGrpSpPr/>
          <p:nvPr/>
        </p:nvGrpSpPr>
        <p:grpSpPr>
          <a:xfrm>
            <a:off x="-30394" y="665591"/>
            <a:ext cx="12222394" cy="165360"/>
            <a:chOff x="-30394" y="665591"/>
            <a:chExt cx="12222394" cy="165360"/>
          </a:xfrm>
        </p:grpSpPr>
        <p:sp>
          <p:nvSpPr>
            <p:cNvPr id="28" name="مستطيل مستدير الزوايا 27">
              <a:extLst>
                <a:ext uri="{FF2B5EF4-FFF2-40B4-BE49-F238E27FC236}">
                  <a16:creationId xmlns:a16="http://schemas.microsoft.com/office/drawing/2014/main" id="{2DFA97D8-0CD2-A4D4-CD0C-D874442B8E02}"/>
                </a:ext>
              </a:extLst>
            </p:cNvPr>
            <p:cNvSpPr/>
            <p:nvPr/>
          </p:nvSpPr>
          <p:spPr>
            <a:xfrm>
              <a:off x="7147932" y="665591"/>
              <a:ext cx="5044068" cy="165359"/>
            </a:xfrm>
            <a:prstGeom prst="roundRect">
              <a:avLst>
                <a:gd name="adj" fmla="val 14935"/>
              </a:avLst>
            </a:prstGeom>
            <a:gradFill flip="none" rotWithShape="1">
              <a:gsLst>
                <a:gs pos="0">
                  <a:srgbClr val="24A399"/>
                </a:gs>
                <a:gs pos="52000">
                  <a:srgbClr val="24A399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1" eaLnBrk="1" latinLnBrk="0" hangingPunct="1"/>
              <a:endParaRPr lang="ar-SA" dirty="0"/>
            </a:p>
          </p:txBody>
        </p:sp>
        <p:sp>
          <p:nvSpPr>
            <p:cNvPr id="29" name="مستطيل مستدير الزوايا 28">
              <a:extLst>
                <a:ext uri="{FF2B5EF4-FFF2-40B4-BE49-F238E27FC236}">
                  <a16:creationId xmlns:a16="http://schemas.microsoft.com/office/drawing/2014/main" id="{79D1FB8A-3308-EC83-BC7F-C9E86CE1FCD9}"/>
                </a:ext>
              </a:extLst>
            </p:cNvPr>
            <p:cNvSpPr/>
            <p:nvPr/>
          </p:nvSpPr>
          <p:spPr>
            <a:xfrm rot="10800000">
              <a:off x="-30394" y="665592"/>
              <a:ext cx="5044068" cy="165359"/>
            </a:xfrm>
            <a:prstGeom prst="roundRect">
              <a:avLst>
                <a:gd name="adj" fmla="val 14935"/>
              </a:avLst>
            </a:prstGeom>
            <a:gradFill flip="none" rotWithShape="1">
              <a:gsLst>
                <a:gs pos="0">
                  <a:srgbClr val="24A399"/>
                </a:gs>
                <a:gs pos="52000">
                  <a:srgbClr val="24A399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1" eaLnBrk="1" latinLnBrk="0" hangingPunct="1"/>
              <a:endParaRPr lang="ar-SA" dirty="0"/>
            </a:p>
          </p:txBody>
        </p:sp>
      </p:grp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BE02BB62-360F-85A8-B715-A00318B86E8C}"/>
              </a:ext>
            </a:extLst>
          </p:cNvPr>
          <p:cNvGrpSpPr/>
          <p:nvPr/>
        </p:nvGrpSpPr>
        <p:grpSpPr>
          <a:xfrm>
            <a:off x="11041903" y="1908910"/>
            <a:ext cx="444466" cy="444466"/>
            <a:chOff x="11304389" y="1660233"/>
            <a:chExt cx="711200" cy="711200"/>
          </a:xfrm>
        </p:grpSpPr>
        <p:sp>
          <p:nvSpPr>
            <p:cNvPr id="3" name="شكل بيضاوي 2">
              <a:extLst>
                <a:ext uri="{FF2B5EF4-FFF2-40B4-BE49-F238E27FC236}">
                  <a16:creationId xmlns:a16="http://schemas.microsoft.com/office/drawing/2014/main" id="{04A2CE96-061D-6182-558B-170FED805952}"/>
                </a:ext>
              </a:extLst>
            </p:cNvPr>
            <p:cNvSpPr/>
            <p:nvPr/>
          </p:nvSpPr>
          <p:spPr>
            <a:xfrm>
              <a:off x="11304389" y="1660233"/>
              <a:ext cx="711200" cy="711200"/>
            </a:xfrm>
            <a:prstGeom prst="ellipse">
              <a:avLst/>
            </a:prstGeom>
            <a:solidFill>
              <a:srgbClr val="B59D6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4" name="شكل بيضاوي 3">
              <a:extLst>
                <a:ext uri="{FF2B5EF4-FFF2-40B4-BE49-F238E27FC236}">
                  <a16:creationId xmlns:a16="http://schemas.microsoft.com/office/drawing/2014/main" id="{24C70969-0A47-8E25-B387-92B86AD01BED}"/>
                </a:ext>
              </a:extLst>
            </p:cNvPr>
            <p:cNvSpPr/>
            <p:nvPr/>
          </p:nvSpPr>
          <p:spPr>
            <a:xfrm>
              <a:off x="11383350" y="1739194"/>
              <a:ext cx="553278" cy="553278"/>
            </a:xfrm>
            <a:prstGeom prst="ellipse">
              <a:avLst/>
            </a:prstGeom>
            <a:solidFill>
              <a:srgbClr val="B59D6B"/>
            </a:solidFill>
            <a:ln w="34925" cmpd="dbl"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53278"/>
                        <a:gd name="connsiteY0" fmla="*/ 276639 h 553278"/>
                        <a:gd name="connsiteX1" fmla="*/ 276639 w 553278"/>
                        <a:gd name="connsiteY1" fmla="*/ 0 h 553278"/>
                        <a:gd name="connsiteX2" fmla="*/ 553278 w 553278"/>
                        <a:gd name="connsiteY2" fmla="*/ 276639 h 553278"/>
                        <a:gd name="connsiteX3" fmla="*/ 276639 w 553278"/>
                        <a:gd name="connsiteY3" fmla="*/ 553278 h 553278"/>
                        <a:gd name="connsiteX4" fmla="*/ 0 w 553278"/>
                        <a:gd name="connsiteY4" fmla="*/ 276639 h 5532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3278" h="553278" fill="none" extrusionOk="0">
                          <a:moveTo>
                            <a:pt x="0" y="276639"/>
                          </a:moveTo>
                          <a:cubicBezTo>
                            <a:pt x="25604" y="126892"/>
                            <a:pt x="131707" y="-16160"/>
                            <a:pt x="276639" y="0"/>
                          </a:cubicBezTo>
                          <a:cubicBezTo>
                            <a:pt x="421846" y="-1160"/>
                            <a:pt x="537735" y="138489"/>
                            <a:pt x="553278" y="276639"/>
                          </a:cubicBezTo>
                          <a:cubicBezTo>
                            <a:pt x="552867" y="425502"/>
                            <a:pt x="417231" y="570222"/>
                            <a:pt x="276639" y="553278"/>
                          </a:cubicBezTo>
                          <a:cubicBezTo>
                            <a:pt x="144136" y="564632"/>
                            <a:pt x="12229" y="432363"/>
                            <a:pt x="0" y="276639"/>
                          </a:cubicBezTo>
                          <a:close/>
                        </a:path>
                        <a:path w="553278" h="553278" stroke="0" extrusionOk="0">
                          <a:moveTo>
                            <a:pt x="0" y="276639"/>
                          </a:moveTo>
                          <a:cubicBezTo>
                            <a:pt x="-25728" y="107986"/>
                            <a:pt x="98098" y="9667"/>
                            <a:pt x="276639" y="0"/>
                          </a:cubicBezTo>
                          <a:cubicBezTo>
                            <a:pt x="451132" y="4570"/>
                            <a:pt x="526403" y="124710"/>
                            <a:pt x="553278" y="276639"/>
                          </a:cubicBezTo>
                          <a:cubicBezTo>
                            <a:pt x="535585" y="446701"/>
                            <a:pt x="428581" y="557933"/>
                            <a:pt x="276639" y="553278"/>
                          </a:cubicBezTo>
                          <a:cubicBezTo>
                            <a:pt x="111576" y="546560"/>
                            <a:pt x="21534" y="439712"/>
                            <a:pt x="0" y="2766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grpSp>
        <p:nvGrpSpPr>
          <p:cNvPr id="5" name="مجموعة 4">
            <a:extLst>
              <a:ext uri="{FF2B5EF4-FFF2-40B4-BE49-F238E27FC236}">
                <a16:creationId xmlns:a16="http://schemas.microsoft.com/office/drawing/2014/main" id="{ADACE986-067E-6926-8044-B2186C683A8E}"/>
              </a:ext>
            </a:extLst>
          </p:cNvPr>
          <p:cNvGrpSpPr/>
          <p:nvPr/>
        </p:nvGrpSpPr>
        <p:grpSpPr>
          <a:xfrm>
            <a:off x="11041903" y="3020191"/>
            <a:ext cx="444466" cy="444466"/>
            <a:chOff x="11317514" y="2657760"/>
            <a:chExt cx="711200" cy="711200"/>
          </a:xfrm>
        </p:grpSpPr>
        <p:sp>
          <p:nvSpPr>
            <p:cNvPr id="6" name="شكل بيضاوي 5">
              <a:extLst>
                <a:ext uri="{FF2B5EF4-FFF2-40B4-BE49-F238E27FC236}">
                  <a16:creationId xmlns:a16="http://schemas.microsoft.com/office/drawing/2014/main" id="{B49C874B-0F9A-3449-EB4C-D2F8392F3248}"/>
                </a:ext>
              </a:extLst>
            </p:cNvPr>
            <p:cNvSpPr/>
            <p:nvPr/>
          </p:nvSpPr>
          <p:spPr>
            <a:xfrm>
              <a:off x="11317514" y="2657760"/>
              <a:ext cx="711200" cy="711200"/>
            </a:xfrm>
            <a:prstGeom prst="ellipse">
              <a:avLst/>
            </a:prstGeom>
            <a:solidFill>
              <a:srgbClr val="B59D6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" name="شكل بيضاوي 6">
              <a:extLst>
                <a:ext uri="{FF2B5EF4-FFF2-40B4-BE49-F238E27FC236}">
                  <a16:creationId xmlns:a16="http://schemas.microsoft.com/office/drawing/2014/main" id="{28DD9565-F48B-31DA-8857-8BC9BE964A6B}"/>
                </a:ext>
              </a:extLst>
            </p:cNvPr>
            <p:cNvSpPr/>
            <p:nvPr/>
          </p:nvSpPr>
          <p:spPr>
            <a:xfrm>
              <a:off x="11396475" y="2736721"/>
              <a:ext cx="553278" cy="553278"/>
            </a:xfrm>
            <a:prstGeom prst="ellipse">
              <a:avLst/>
            </a:prstGeom>
            <a:solidFill>
              <a:srgbClr val="B59D6B"/>
            </a:solidFill>
            <a:ln w="34925" cmpd="dbl"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53278"/>
                        <a:gd name="connsiteY0" fmla="*/ 276639 h 553278"/>
                        <a:gd name="connsiteX1" fmla="*/ 276639 w 553278"/>
                        <a:gd name="connsiteY1" fmla="*/ 0 h 553278"/>
                        <a:gd name="connsiteX2" fmla="*/ 553278 w 553278"/>
                        <a:gd name="connsiteY2" fmla="*/ 276639 h 553278"/>
                        <a:gd name="connsiteX3" fmla="*/ 276639 w 553278"/>
                        <a:gd name="connsiteY3" fmla="*/ 553278 h 553278"/>
                        <a:gd name="connsiteX4" fmla="*/ 0 w 553278"/>
                        <a:gd name="connsiteY4" fmla="*/ 276639 h 5532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3278" h="553278" fill="none" extrusionOk="0">
                          <a:moveTo>
                            <a:pt x="0" y="276639"/>
                          </a:moveTo>
                          <a:cubicBezTo>
                            <a:pt x="25604" y="126892"/>
                            <a:pt x="131707" y="-16160"/>
                            <a:pt x="276639" y="0"/>
                          </a:cubicBezTo>
                          <a:cubicBezTo>
                            <a:pt x="421846" y="-1160"/>
                            <a:pt x="537735" y="138489"/>
                            <a:pt x="553278" y="276639"/>
                          </a:cubicBezTo>
                          <a:cubicBezTo>
                            <a:pt x="552867" y="425502"/>
                            <a:pt x="417231" y="570222"/>
                            <a:pt x="276639" y="553278"/>
                          </a:cubicBezTo>
                          <a:cubicBezTo>
                            <a:pt x="144136" y="564632"/>
                            <a:pt x="12229" y="432363"/>
                            <a:pt x="0" y="276639"/>
                          </a:cubicBezTo>
                          <a:close/>
                        </a:path>
                        <a:path w="553278" h="553278" stroke="0" extrusionOk="0">
                          <a:moveTo>
                            <a:pt x="0" y="276639"/>
                          </a:moveTo>
                          <a:cubicBezTo>
                            <a:pt x="-25728" y="107986"/>
                            <a:pt x="98098" y="9667"/>
                            <a:pt x="276639" y="0"/>
                          </a:cubicBezTo>
                          <a:cubicBezTo>
                            <a:pt x="451132" y="4570"/>
                            <a:pt x="526403" y="124710"/>
                            <a:pt x="553278" y="276639"/>
                          </a:cubicBezTo>
                          <a:cubicBezTo>
                            <a:pt x="535585" y="446701"/>
                            <a:pt x="428581" y="557933"/>
                            <a:pt x="276639" y="553278"/>
                          </a:cubicBezTo>
                          <a:cubicBezTo>
                            <a:pt x="111576" y="546560"/>
                            <a:pt x="21534" y="439712"/>
                            <a:pt x="0" y="2766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grpSp>
        <p:nvGrpSpPr>
          <p:cNvPr id="8" name="مجموعة 7">
            <a:extLst>
              <a:ext uri="{FF2B5EF4-FFF2-40B4-BE49-F238E27FC236}">
                <a16:creationId xmlns:a16="http://schemas.microsoft.com/office/drawing/2014/main" id="{5A584A3E-4714-EA9B-A3CD-1BED5F90FD63}"/>
              </a:ext>
            </a:extLst>
          </p:cNvPr>
          <p:cNvGrpSpPr/>
          <p:nvPr/>
        </p:nvGrpSpPr>
        <p:grpSpPr>
          <a:xfrm>
            <a:off x="11041903" y="4131471"/>
            <a:ext cx="444466" cy="444466"/>
            <a:chOff x="11304388" y="3882794"/>
            <a:chExt cx="711200" cy="711200"/>
          </a:xfrm>
        </p:grpSpPr>
        <p:sp>
          <p:nvSpPr>
            <p:cNvPr id="9" name="شكل بيضاوي 8">
              <a:extLst>
                <a:ext uri="{FF2B5EF4-FFF2-40B4-BE49-F238E27FC236}">
                  <a16:creationId xmlns:a16="http://schemas.microsoft.com/office/drawing/2014/main" id="{69F7AA2C-6FE6-9A49-EE37-CC07C9BEC27B}"/>
                </a:ext>
              </a:extLst>
            </p:cNvPr>
            <p:cNvSpPr/>
            <p:nvPr/>
          </p:nvSpPr>
          <p:spPr>
            <a:xfrm>
              <a:off x="11304388" y="3882794"/>
              <a:ext cx="711200" cy="711200"/>
            </a:xfrm>
            <a:prstGeom prst="ellipse">
              <a:avLst/>
            </a:prstGeom>
            <a:solidFill>
              <a:srgbClr val="B59D6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0" name="شكل بيضاوي 9">
              <a:extLst>
                <a:ext uri="{FF2B5EF4-FFF2-40B4-BE49-F238E27FC236}">
                  <a16:creationId xmlns:a16="http://schemas.microsoft.com/office/drawing/2014/main" id="{6CF0707A-9678-4098-D657-621B145C4C1C}"/>
                </a:ext>
              </a:extLst>
            </p:cNvPr>
            <p:cNvSpPr/>
            <p:nvPr/>
          </p:nvSpPr>
          <p:spPr>
            <a:xfrm>
              <a:off x="11383349" y="3961755"/>
              <a:ext cx="553278" cy="553278"/>
            </a:xfrm>
            <a:prstGeom prst="ellipse">
              <a:avLst/>
            </a:prstGeom>
            <a:solidFill>
              <a:srgbClr val="B59D6B"/>
            </a:solidFill>
            <a:ln w="34925" cmpd="dbl"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53278"/>
                        <a:gd name="connsiteY0" fmla="*/ 276639 h 553278"/>
                        <a:gd name="connsiteX1" fmla="*/ 276639 w 553278"/>
                        <a:gd name="connsiteY1" fmla="*/ 0 h 553278"/>
                        <a:gd name="connsiteX2" fmla="*/ 553278 w 553278"/>
                        <a:gd name="connsiteY2" fmla="*/ 276639 h 553278"/>
                        <a:gd name="connsiteX3" fmla="*/ 276639 w 553278"/>
                        <a:gd name="connsiteY3" fmla="*/ 553278 h 553278"/>
                        <a:gd name="connsiteX4" fmla="*/ 0 w 553278"/>
                        <a:gd name="connsiteY4" fmla="*/ 276639 h 5532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3278" h="553278" fill="none" extrusionOk="0">
                          <a:moveTo>
                            <a:pt x="0" y="276639"/>
                          </a:moveTo>
                          <a:cubicBezTo>
                            <a:pt x="25604" y="126892"/>
                            <a:pt x="131707" y="-16160"/>
                            <a:pt x="276639" y="0"/>
                          </a:cubicBezTo>
                          <a:cubicBezTo>
                            <a:pt x="421846" y="-1160"/>
                            <a:pt x="537735" y="138489"/>
                            <a:pt x="553278" y="276639"/>
                          </a:cubicBezTo>
                          <a:cubicBezTo>
                            <a:pt x="552867" y="425502"/>
                            <a:pt x="417231" y="570222"/>
                            <a:pt x="276639" y="553278"/>
                          </a:cubicBezTo>
                          <a:cubicBezTo>
                            <a:pt x="144136" y="564632"/>
                            <a:pt x="12229" y="432363"/>
                            <a:pt x="0" y="276639"/>
                          </a:cubicBezTo>
                          <a:close/>
                        </a:path>
                        <a:path w="553278" h="553278" stroke="0" extrusionOk="0">
                          <a:moveTo>
                            <a:pt x="0" y="276639"/>
                          </a:moveTo>
                          <a:cubicBezTo>
                            <a:pt x="-25728" y="107986"/>
                            <a:pt x="98098" y="9667"/>
                            <a:pt x="276639" y="0"/>
                          </a:cubicBezTo>
                          <a:cubicBezTo>
                            <a:pt x="451132" y="4570"/>
                            <a:pt x="526403" y="124710"/>
                            <a:pt x="553278" y="276639"/>
                          </a:cubicBezTo>
                          <a:cubicBezTo>
                            <a:pt x="535585" y="446701"/>
                            <a:pt x="428581" y="557933"/>
                            <a:pt x="276639" y="553278"/>
                          </a:cubicBezTo>
                          <a:cubicBezTo>
                            <a:pt x="111576" y="546560"/>
                            <a:pt x="21534" y="439712"/>
                            <a:pt x="0" y="2766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766BDEB6-CDB1-6EDB-AEB3-9A77DF7F6455}"/>
              </a:ext>
            </a:extLst>
          </p:cNvPr>
          <p:cNvSpPr txBox="1"/>
          <p:nvPr/>
        </p:nvSpPr>
        <p:spPr>
          <a:xfrm>
            <a:off x="11102873" y="1950787"/>
            <a:ext cx="32252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1</a:t>
            </a:r>
            <a:endParaRPr lang="ar-SA" b="1" dirty="0">
              <a:solidFill>
                <a:schemeClr val="bg1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C3ABEA9C-2F3A-63F4-2370-0F1E3E38FDC3}"/>
              </a:ext>
            </a:extLst>
          </p:cNvPr>
          <p:cNvSpPr txBox="1"/>
          <p:nvPr/>
        </p:nvSpPr>
        <p:spPr>
          <a:xfrm>
            <a:off x="11104715" y="3069538"/>
            <a:ext cx="32252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2</a:t>
            </a:r>
            <a:endParaRPr lang="ar-SA" b="1" dirty="0">
              <a:solidFill>
                <a:schemeClr val="bg1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2048ADB5-8F28-8F3E-7E93-8A718B56F31F}"/>
              </a:ext>
            </a:extLst>
          </p:cNvPr>
          <p:cNvSpPr txBox="1"/>
          <p:nvPr/>
        </p:nvSpPr>
        <p:spPr>
          <a:xfrm>
            <a:off x="11114497" y="4180818"/>
            <a:ext cx="32252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3</a:t>
            </a:r>
            <a:endParaRPr lang="ar-SA" b="1" dirty="0">
              <a:solidFill>
                <a:schemeClr val="bg1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1893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مجموعة 18">
            <a:extLst>
              <a:ext uri="{FF2B5EF4-FFF2-40B4-BE49-F238E27FC236}">
                <a16:creationId xmlns:a16="http://schemas.microsoft.com/office/drawing/2014/main" id="{5B7AD513-A9F0-CF9C-410C-A147903B2579}"/>
              </a:ext>
            </a:extLst>
          </p:cNvPr>
          <p:cNvGrpSpPr/>
          <p:nvPr/>
        </p:nvGrpSpPr>
        <p:grpSpPr>
          <a:xfrm>
            <a:off x="2361681" y="2230674"/>
            <a:ext cx="2201334" cy="2304055"/>
            <a:chOff x="1727200" y="2403413"/>
            <a:chExt cx="2201334" cy="2304055"/>
          </a:xfrm>
        </p:grpSpPr>
        <p:sp>
          <p:nvSpPr>
            <p:cNvPr id="2" name="مستطيل مستدير الزوايا 1">
              <a:extLst>
                <a:ext uri="{FF2B5EF4-FFF2-40B4-BE49-F238E27FC236}">
                  <a16:creationId xmlns:a16="http://schemas.microsoft.com/office/drawing/2014/main" id="{94F4F251-AF26-BF35-BC3A-E27280893DA0}"/>
                </a:ext>
              </a:extLst>
            </p:cNvPr>
            <p:cNvSpPr/>
            <p:nvPr/>
          </p:nvSpPr>
          <p:spPr>
            <a:xfrm>
              <a:off x="1727200" y="2506134"/>
              <a:ext cx="2201334" cy="2201334"/>
            </a:xfrm>
            <a:prstGeom prst="roundRect">
              <a:avLst>
                <a:gd name="adj" fmla="val 8975"/>
              </a:avLst>
            </a:prstGeom>
            <a:noFill/>
            <a:ln w="28575">
              <a:solidFill>
                <a:srgbClr val="B59D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11" name="شكل حر 10">
              <a:extLst>
                <a:ext uri="{FF2B5EF4-FFF2-40B4-BE49-F238E27FC236}">
                  <a16:creationId xmlns:a16="http://schemas.microsoft.com/office/drawing/2014/main" id="{D9E3DD52-CF61-B4C3-359A-465A167FFD40}"/>
                </a:ext>
              </a:extLst>
            </p:cNvPr>
            <p:cNvSpPr/>
            <p:nvPr/>
          </p:nvSpPr>
          <p:spPr>
            <a:xfrm>
              <a:off x="2055910" y="2403413"/>
              <a:ext cx="1543913" cy="205441"/>
            </a:xfrm>
            <a:custGeom>
              <a:avLst/>
              <a:gdLst>
                <a:gd name="connsiteX0" fmla="*/ 3211783 w 3448769"/>
                <a:gd name="connsiteY0" fmla="*/ 867508 h 867508"/>
                <a:gd name="connsiteX1" fmla="*/ 1751384 w 3448769"/>
                <a:gd name="connsiteY1" fmla="*/ 867508 h 867508"/>
                <a:gd name="connsiteX2" fmla="*/ 1697385 w 3448769"/>
                <a:gd name="connsiteY2" fmla="*/ 867508 h 867508"/>
                <a:gd name="connsiteX3" fmla="*/ 236986 w 3448769"/>
                <a:gd name="connsiteY3" fmla="*/ 867508 h 867508"/>
                <a:gd name="connsiteX4" fmla="*/ 0 w 3448769"/>
                <a:gd name="connsiteY4" fmla="*/ 433754 h 867508"/>
                <a:gd name="connsiteX5" fmla="*/ 236986 w 3448769"/>
                <a:gd name="connsiteY5" fmla="*/ 0 h 867508"/>
                <a:gd name="connsiteX6" fmla="*/ 1697385 w 3448769"/>
                <a:gd name="connsiteY6" fmla="*/ 0 h 867508"/>
                <a:gd name="connsiteX7" fmla="*/ 1751384 w 3448769"/>
                <a:gd name="connsiteY7" fmla="*/ 0 h 867508"/>
                <a:gd name="connsiteX8" fmla="*/ 3211783 w 3448769"/>
                <a:gd name="connsiteY8" fmla="*/ 0 h 867508"/>
                <a:gd name="connsiteX9" fmla="*/ 3448769 w 3448769"/>
                <a:gd name="connsiteY9" fmla="*/ 433754 h 867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8769" h="867508">
                  <a:moveTo>
                    <a:pt x="3211783" y="867508"/>
                  </a:moveTo>
                  <a:lnTo>
                    <a:pt x="1751384" y="867508"/>
                  </a:lnTo>
                  <a:lnTo>
                    <a:pt x="1697385" y="867508"/>
                  </a:lnTo>
                  <a:lnTo>
                    <a:pt x="236986" y="867508"/>
                  </a:lnTo>
                  <a:lnTo>
                    <a:pt x="0" y="433754"/>
                  </a:lnTo>
                  <a:lnTo>
                    <a:pt x="236986" y="0"/>
                  </a:lnTo>
                  <a:lnTo>
                    <a:pt x="1697385" y="0"/>
                  </a:lnTo>
                  <a:lnTo>
                    <a:pt x="1751384" y="0"/>
                  </a:lnTo>
                  <a:lnTo>
                    <a:pt x="3211783" y="0"/>
                  </a:lnTo>
                  <a:lnTo>
                    <a:pt x="3448769" y="433754"/>
                  </a:lnTo>
                  <a:close/>
                </a:path>
              </a:pathLst>
            </a:custGeom>
            <a:solidFill>
              <a:srgbClr val="24A3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marL="0" algn="ctr" defTabSz="914400" rtl="1" eaLnBrk="1" latinLnBrk="0" hangingPunct="1"/>
              <a:endParaRPr lang="ar-SA"/>
            </a:p>
          </p:txBody>
        </p:sp>
      </p:grpSp>
      <p:grpSp>
        <p:nvGrpSpPr>
          <p:cNvPr id="20" name="مجموعة 19">
            <a:extLst>
              <a:ext uri="{FF2B5EF4-FFF2-40B4-BE49-F238E27FC236}">
                <a16:creationId xmlns:a16="http://schemas.microsoft.com/office/drawing/2014/main" id="{B9DD0945-585B-A304-2DA9-DFFD5FA4468D}"/>
              </a:ext>
            </a:extLst>
          </p:cNvPr>
          <p:cNvGrpSpPr/>
          <p:nvPr/>
        </p:nvGrpSpPr>
        <p:grpSpPr>
          <a:xfrm>
            <a:off x="4872534" y="2230674"/>
            <a:ext cx="2201334" cy="2297223"/>
            <a:chOff x="4230558" y="2380264"/>
            <a:chExt cx="2201334" cy="2297223"/>
          </a:xfrm>
        </p:grpSpPr>
        <p:sp>
          <p:nvSpPr>
            <p:cNvPr id="5" name="مستطيل مستدير الزوايا 4">
              <a:extLst>
                <a:ext uri="{FF2B5EF4-FFF2-40B4-BE49-F238E27FC236}">
                  <a16:creationId xmlns:a16="http://schemas.microsoft.com/office/drawing/2014/main" id="{EE486E8E-D46B-8413-0826-78D6B03D6E0A}"/>
                </a:ext>
              </a:extLst>
            </p:cNvPr>
            <p:cNvSpPr/>
            <p:nvPr/>
          </p:nvSpPr>
          <p:spPr>
            <a:xfrm>
              <a:off x="4230558" y="2476153"/>
              <a:ext cx="2201334" cy="2201334"/>
            </a:xfrm>
            <a:prstGeom prst="roundRect">
              <a:avLst>
                <a:gd name="adj" fmla="val 8975"/>
              </a:avLst>
            </a:prstGeom>
            <a:noFill/>
            <a:ln w="28575">
              <a:solidFill>
                <a:srgbClr val="B59D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17" name="شكل حر 16">
              <a:extLst>
                <a:ext uri="{FF2B5EF4-FFF2-40B4-BE49-F238E27FC236}">
                  <a16:creationId xmlns:a16="http://schemas.microsoft.com/office/drawing/2014/main" id="{EBA71D1C-19DD-FCC9-A538-9AA6B0EB364E}"/>
                </a:ext>
              </a:extLst>
            </p:cNvPr>
            <p:cNvSpPr/>
            <p:nvPr/>
          </p:nvSpPr>
          <p:spPr>
            <a:xfrm>
              <a:off x="4579191" y="2380264"/>
              <a:ext cx="1543913" cy="205441"/>
            </a:xfrm>
            <a:custGeom>
              <a:avLst/>
              <a:gdLst>
                <a:gd name="connsiteX0" fmla="*/ 3211783 w 3448769"/>
                <a:gd name="connsiteY0" fmla="*/ 867508 h 867508"/>
                <a:gd name="connsiteX1" fmla="*/ 1751384 w 3448769"/>
                <a:gd name="connsiteY1" fmla="*/ 867508 h 867508"/>
                <a:gd name="connsiteX2" fmla="*/ 1697385 w 3448769"/>
                <a:gd name="connsiteY2" fmla="*/ 867508 h 867508"/>
                <a:gd name="connsiteX3" fmla="*/ 236986 w 3448769"/>
                <a:gd name="connsiteY3" fmla="*/ 867508 h 867508"/>
                <a:gd name="connsiteX4" fmla="*/ 0 w 3448769"/>
                <a:gd name="connsiteY4" fmla="*/ 433754 h 867508"/>
                <a:gd name="connsiteX5" fmla="*/ 236986 w 3448769"/>
                <a:gd name="connsiteY5" fmla="*/ 0 h 867508"/>
                <a:gd name="connsiteX6" fmla="*/ 1697385 w 3448769"/>
                <a:gd name="connsiteY6" fmla="*/ 0 h 867508"/>
                <a:gd name="connsiteX7" fmla="*/ 1751384 w 3448769"/>
                <a:gd name="connsiteY7" fmla="*/ 0 h 867508"/>
                <a:gd name="connsiteX8" fmla="*/ 3211783 w 3448769"/>
                <a:gd name="connsiteY8" fmla="*/ 0 h 867508"/>
                <a:gd name="connsiteX9" fmla="*/ 3448769 w 3448769"/>
                <a:gd name="connsiteY9" fmla="*/ 433754 h 867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8769" h="867508">
                  <a:moveTo>
                    <a:pt x="3211783" y="867508"/>
                  </a:moveTo>
                  <a:lnTo>
                    <a:pt x="1751384" y="867508"/>
                  </a:lnTo>
                  <a:lnTo>
                    <a:pt x="1697385" y="867508"/>
                  </a:lnTo>
                  <a:lnTo>
                    <a:pt x="236986" y="867508"/>
                  </a:lnTo>
                  <a:lnTo>
                    <a:pt x="0" y="433754"/>
                  </a:lnTo>
                  <a:lnTo>
                    <a:pt x="236986" y="0"/>
                  </a:lnTo>
                  <a:lnTo>
                    <a:pt x="1697385" y="0"/>
                  </a:lnTo>
                  <a:lnTo>
                    <a:pt x="1751384" y="0"/>
                  </a:lnTo>
                  <a:lnTo>
                    <a:pt x="3211783" y="0"/>
                  </a:lnTo>
                  <a:lnTo>
                    <a:pt x="3448769" y="433754"/>
                  </a:lnTo>
                  <a:close/>
                </a:path>
              </a:pathLst>
            </a:custGeom>
            <a:solidFill>
              <a:srgbClr val="2879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marL="0" algn="ctr" defTabSz="914400" rtl="1" eaLnBrk="1" latinLnBrk="0" hangingPunct="1"/>
              <a:endParaRPr lang="ar-SA"/>
            </a:p>
          </p:txBody>
        </p:sp>
      </p:grpSp>
      <p:grpSp>
        <p:nvGrpSpPr>
          <p:cNvPr id="21" name="مجموعة 20">
            <a:extLst>
              <a:ext uri="{FF2B5EF4-FFF2-40B4-BE49-F238E27FC236}">
                <a16:creationId xmlns:a16="http://schemas.microsoft.com/office/drawing/2014/main" id="{221CB9DE-741C-FDC3-B98B-F2FD1EAC8B17}"/>
              </a:ext>
            </a:extLst>
          </p:cNvPr>
          <p:cNvGrpSpPr/>
          <p:nvPr/>
        </p:nvGrpSpPr>
        <p:grpSpPr>
          <a:xfrm>
            <a:off x="7383387" y="2230674"/>
            <a:ext cx="2201334" cy="2305382"/>
            <a:chOff x="6748906" y="2357115"/>
            <a:chExt cx="2201334" cy="2305382"/>
          </a:xfrm>
        </p:grpSpPr>
        <p:sp>
          <p:nvSpPr>
            <p:cNvPr id="7" name="مستطيل مستدير الزوايا 6">
              <a:extLst>
                <a:ext uri="{FF2B5EF4-FFF2-40B4-BE49-F238E27FC236}">
                  <a16:creationId xmlns:a16="http://schemas.microsoft.com/office/drawing/2014/main" id="{80805B4C-BBE8-543A-871C-C5BF22C8EE5A}"/>
                </a:ext>
              </a:extLst>
            </p:cNvPr>
            <p:cNvSpPr/>
            <p:nvPr/>
          </p:nvSpPr>
          <p:spPr>
            <a:xfrm>
              <a:off x="6748906" y="2461163"/>
              <a:ext cx="2201334" cy="2201334"/>
            </a:xfrm>
            <a:prstGeom prst="roundRect">
              <a:avLst>
                <a:gd name="adj" fmla="val 8975"/>
              </a:avLst>
            </a:prstGeom>
            <a:noFill/>
            <a:ln w="28575">
              <a:solidFill>
                <a:srgbClr val="B59D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18" name="شكل حر 17">
              <a:extLst>
                <a:ext uri="{FF2B5EF4-FFF2-40B4-BE49-F238E27FC236}">
                  <a16:creationId xmlns:a16="http://schemas.microsoft.com/office/drawing/2014/main" id="{82081E8E-6D19-5015-390E-571DC948C41C}"/>
                </a:ext>
              </a:extLst>
            </p:cNvPr>
            <p:cNvSpPr/>
            <p:nvPr/>
          </p:nvSpPr>
          <p:spPr>
            <a:xfrm>
              <a:off x="7114047" y="2357115"/>
              <a:ext cx="1543913" cy="205441"/>
            </a:xfrm>
            <a:custGeom>
              <a:avLst/>
              <a:gdLst>
                <a:gd name="connsiteX0" fmla="*/ 3211783 w 3448769"/>
                <a:gd name="connsiteY0" fmla="*/ 867508 h 867508"/>
                <a:gd name="connsiteX1" fmla="*/ 1751384 w 3448769"/>
                <a:gd name="connsiteY1" fmla="*/ 867508 h 867508"/>
                <a:gd name="connsiteX2" fmla="*/ 1697385 w 3448769"/>
                <a:gd name="connsiteY2" fmla="*/ 867508 h 867508"/>
                <a:gd name="connsiteX3" fmla="*/ 236986 w 3448769"/>
                <a:gd name="connsiteY3" fmla="*/ 867508 h 867508"/>
                <a:gd name="connsiteX4" fmla="*/ 0 w 3448769"/>
                <a:gd name="connsiteY4" fmla="*/ 433754 h 867508"/>
                <a:gd name="connsiteX5" fmla="*/ 236986 w 3448769"/>
                <a:gd name="connsiteY5" fmla="*/ 0 h 867508"/>
                <a:gd name="connsiteX6" fmla="*/ 1697385 w 3448769"/>
                <a:gd name="connsiteY6" fmla="*/ 0 h 867508"/>
                <a:gd name="connsiteX7" fmla="*/ 1751384 w 3448769"/>
                <a:gd name="connsiteY7" fmla="*/ 0 h 867508"/>
                <a:gd name="connsiteX8" fmla="*/ 3211783 w 3448769"/>
                <a:gd name="connsiteY8" fmla="*/ 0 h 867508"/>
                <a:gd name="connsiteX9" fmla="*/ 3448769 w 3448769"/>
                <a:gd name="connsiteY9" fmla="*/ 433754 h 867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8769" h="867508">
                  <a:moveTo>
                    <a:pt x="3211783" y="867508"/>
                  </a:moveTo>
                  <a:lnTo>
                    <a:pt x="1751384" y="867508"/>
                  </a:lnTo>
                  <a:lnTo>
                    <a:pt x="1697385" y="867508"/>
                  </a:lnTo>
                  <a:lnTo>
                    <a:pt x="236986" y="867508"/>
                  </a:lnTo>
                  <a:lnTo>
                    <a:pt x="0" y="433754"/>
                  </a:lnTo>
                  <a:lnTo>
                    <a:pt x="236986" y="0"/>
                  </a:lnTo>
                  <a:lnTo>
                    <a:pt x="1697385" y="0"/>
                  </a:lnTo>
                  <a:lnTo>
                    <a:pt x="1751384" y="0"/>
                  </a:lnTo>
                  <a:lnTo>
                    <a:pt x="3211783" y="0"/>
                  </a:lnTo>
                  <a:lnTo>
                    <a:pt x="3448769" y="433754"/>
                  </a:lnTo>
                  <a:close/>
                </a:path>
              </a:pathLst>
            </a:custGeom>
            <a:solidFill>
              <a:srgbClr val="24A3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marL="0" algn="ctr" defTabSz="914400" rtl="1" eaLnBrk="1" latinLnBrk="0" hangingPunct="1"/>
              <a:endParaRPr lang="ar-SA" dirty="0"/>
            </a:p>
          </p:txBody>
        </p:sp>
      </p:grpSp>
      <p:sp>
        <p:nvSpPr>
          <p:cNvPr id="33" name="مربع نص 32">
            <a:extLst>
              <a:ext uri="{FF2B5EF4-FFF2-40B4-BE49-F238E27FC236}">
                <a16:creationId xmlns:a16="http://schemas.microsoft.com/office/drawing/2014/main" id="{2CD5D21B-0072-2F3D-2397-0454D1CC9356}"/>
              </a:ext>
            </a:extLst>
          </p:cNvPr>
          <p:cNvSpPr txBox="1"/>
          <p:nvPr/>
        </p:nvSpPr>
        <p:spPr>
          <a:xfrm>
            <a:off x="2879415" y="478465"/>
            <a:ext cx="6433171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algn="l" defTabSz="914400" rtl="0" eaLnBrk="1" latinLnBrk="0" hangingPunct="1"/>
            <a:r>
              <a:rPr lang="ar-SA" sz="3600" b="1" dirty="0">
                <a:solidFill>
                  <a:srgbClr val="B59D6B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جمعية</a:t>
            </a:r>
            <a:r>
              <a:rPr lang="ar-SA" sz="3600" b="1" dirty="0">
                <a:solidFill>
                  <a:srgbClr val="287971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 </a:t>
            </a:r>
            <a:r>
              <a:rPr lang="ar-SA" sz="3600" b="1" dirty="0">
                <a:solidFill>
                  <a:srgbClr val="287971"/>
                </a:solidFill>
                <a:latin typeface="IBM Plex Sans Arabic SemiBold" panose="020B0503050203000203" pitchFamily="34" charset="-78"/>
                <a:ea typeface="Malgun Gothic" panose="020B0503020000020004" pitchFamily="34" charset="-127"/>
                <a:cs typeface="IBM Plex Sans Arabic SemiBold" panose="020B0503050203000203" pitchFamily="34" charset="-78"/>
              </a:rPr>
              <a:t>هدية الحاج والمعتمر الخيرية </a:t>
            </a:r>
          </a:p>
        </p:txBody>
      </p:sp>
      <p:grpSp>
        <p:nvGrpSpPr>
          <p:cNvPr id="35" name="مجموعة 34">
            <a:extLst>
              <a:ext uri="{FF2B5EF4-FFF2-40B4-BE49-F238E27FC236}">
                <a16:creationId xmlns:a16="http://schemas.microsoft.com/office/drawing/2014/main" id="{E452E01C-A58B-2845-0ACE-78058ACA6068}"/>
              </a:ext>
            </a:extLst>
          </p:cNvPr>
          <p:cNvGrpSpPr/>
          <p:nvPr/>
        </p:nvGrpSpPr>
        <p:grpSpPr>
          <a:xfrm>
            <a:off x="-30394" y="665591"/>
            <a:ext cx="12222394" cy="165360"/>
            <a:chOff x="-30394" y="665591"/>
            <a:chExt cx="12222394" cy="165360"/>
          </a:xfrm>
        </p:grpSpPr>
        <p:sp>
          <p:nvSpPr>
            <p:cNvPr id="31" name="مستطيل مستدير الزوايا 30">
              <a:extLst>
                <a:ext uri="{FF2B5EF4-FFF2-40B4-BE49-F238E27FC236}">
                  <a16:creationId xmlns:a16="http://schemas.microsoft.com/office/drawing/2014/main" id="{F00A0581-91B5-9C16-70AA-41BBC4428875}"/>
                </a:ext>
              </a:extLst>
            </p:cNvPr>
            <p:cNvSpPr/>
            <p:nvPr/>
          </p:nvSpPr>
          <p:spPr>
            <a:xfrm>
              <a:off x="7147932" y="665591"/>
              <a:ext cx="5044068" cy="165359"/>
            </a:xfrm>
            <a:prstGeom prst="roundRect">
              <a:avLst>
                <a:gd name="adj" fmla="val 14935"/>
              </a:avLst>
            </a:prstGeom>
            <a:gradFill flip="none" rotWithShape="1">
              <a:gsLst>
                <a:gs pos="0">
                  <a:srgbClr val="24A399"/>
                </a:gs>
                <a:gs pos="52000">
                  <a:srgbClr val="24A399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1" eaLnBrk="1" latinLnBrk="0" hangingPunct="1"/>
              <a:endParaRPr lang="ar-SA" dirty="0"/>
            </a:p>
          </p:txBody>
        </p:sp>
        <p:sp>
          <p:nvSpPr>
            <p:cNvPr id="34" name="مستطيل مستدير الزوايا 33">
              <a:extLst>
                <a:ext uri="{FF2B5EF4-FFF2-40B4-BE49-F238E27FC236}">
                  <a16:creationId xmlns:a16="http://schemas.microsoft.com/office/drawing/2014/main" id="{8439ECF9-7093-45C8-0969-78A7A1A30AD3}"/>
                </a:ext>
              </a:extLst>
            </p:cNvPr>
            <p:cNvSpPr/>
            <p:nvPr/>
          </p:nvSpPr>
          <p:spPr>
            <a:xfrm rot="10800000">
              <a:off x="-30394" y="665592"/>
              <a:ext cx="5044068" cy="165359"/>
            </a:xfrm>
            <a:prstGeom prst="roundRect">
              <a:avLst>
                <a:gd name="adj" fmla="val 14935"/>
              </a:avLst>
            </a:prstGeom>
            <a:gradFill flip="none" rotWithShape="1">
              <a:gsLst>
                <a:gs pos="0">
                  <a:srgbClr val="24A399"/>
                </a:gs>
                <a:gs pos="52000">
                  <a:srgbClr val="24A399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1" eaLnBrk="1" latinLnBrk="0" hangingPunct="1"/>
              <a:endParaRPr lang="ar-SA" dirty="0"/>
            </a:p>
          </p:txBody>
        </p:sp>
      </p:grpSp>
    </p:spTree>
    <p:extLst>
      <p:ext uri="{BB962C8B-B14F-4D97-AF65-F5344CB8AC3E}">
        <p14:creationId xmlns:p14="http://schemas.microsoft.com/office/powerpoint/2010/main" val="4242854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مجموعة 24">
            <a:extLst>
              <a:ext uri="{FF2B5EF4-FFF2-40B4-BE49-F238E27FC236}">
                <a16:creationId xmlns:a16="http://schemas.microsoft.com/office/drawing/2014/main" id="{6989BC91-601F-EDDA-2BCF-E22D718A2D4E}"/>
              </a:ext>
            </a:extLst>
          </p:cNvPr>
          <p:cNvGrpSpPr/>
          <p:nvPr/>
        </p:nvGrpSpPr>
        <p:grpSpPr>
          <a:xfrm>
            <a:off x="1227131" y="1945848"/>
            <a:ext cx="9737739" cy="2588051"/>
            <a:chOff x="3126961" y="2745031"/>
            <a:chExt cx="6430250" cy="1709002"/>
          </a:xfrm>
        </p:grpSpPr>
        <p:sp>
          <p:nvSpPr>
            <p:cNvPr id="3" name="مستطيل مستدير الزوايا 2">
              <a:extLst>
                <a:ext uri="{FF2B5EF4-FFF2-40B4-BE49-F238E27FC236}">
                  <a16:creationId xmlns:a16="http://schemas.microsoft.com/office/drawing/2014/main" id="{4D11AA4E-4020-9CEC-4F56-4E90EE13A431}"/>
                </a:ext>
              </a:extLst>
            </p:cNvPr>
            <p:cNvSpPr/>
            <p:nvPr/>
          </p:nvSpPr>
          <p:spPr>
            <a:xfrm>
              <a:off x="3522271" y="2745031"/>
              <a:ext cx="1232609" cy="1232609"/>
            </a:xfrm>
            <a:prstGeom prst="roundRect">
              <a:avLst>
                <a:gd name="adj" fmla="val 8975"/>
              </a:avLst>
            </a:prstGeom>
            <a:noFill/>
            <a:ln w="28575">
              <a:solidFill>
                <a:srgbClr val="2879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10" name="مستطيل مستدير الزوايا 9">
              <a:extLst>
                <a:ext uri="{FF2B5EF4-FFF2-40B4-BE49-F238E27FC236}">
                  <a16:creationId xmlns:a16="http://schemas.microsoft.com/office/drawing/2014/main" id="{3D5FF21A-0962-C315-89D1-96A04DFA4620}"/>
                </a:ext>
              </a:extLst>
            </p:cNvPr>
            <p:cNvSpPr/>
            <p:nvPr/>
          </p:nvSpPr>
          <p:spPr>
            <a:xfrm>
              <a:off x="3126961" y="3837729"/>
              <a:ext cx="530572" cy="530572"/>
            </a:xfrm>
            <a:prstGeom prst="roundRect">
              <a:avLst/>
            </a:prstGeom>
            <a:solidFill>
              <a:srgbClr val="287971"/>
            </a:solidFill>
            <a:ln w="603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11" name="مستطيل مستدير الزوايا 10">
              <a:extLst>
                <a:ext uri="{FF2B5EF4-FFF2-40B4-BE49-F238E27FC236}">
                  <a16:creationId xmlns:a16="http://schemas.microsoft.com/office/drawing/2014/main" id="{8F49A20B-C66B-FA20-8F56-B8F3DC80818A}"/>
                </a:ext>
              </a:extLst>
            </p:cNvPr>
            <p:cNvSpPr/>
            <p:nvPr/>
          </p:nvSpPr>
          <p:spPr>
            <a:xfrm>
              <a:off x="5123048" y="3221424"/>
              <a:ext cx="1232609" cy="1232609"/>
            </a:xfrm>
            <a:prstGeom prst="roundRect">
              <a:avLst>
                <a:gd name="adj" fmla="val 8975"/>
              </a:avLst>
            </a:prstGeom>
            <a:noFill/>
            <a:ln w="28575">
              <a:solidFill>
                <a:srgbClr val="24A39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13" name="مستطيل مستدير الزوايا 12">
              <a:extLst>
                <a:ext uri="{FF2B5EF4-FFF2-40B4-BE49-F238E27FC236}">
                  <a16:creationId xmlns:a16="http://schemas.microsoft.com/office/drawing/2014/main" id="{B4003F35-B952-2DD2-F624-4A7B6C04ECD8}"/>
                </a:ext>
              </a:extLst>
            </p:cNvPr>
            <p:cNvSpPr/>
            <p:nvPr/>
          </p:nvSpPr>
          <p:spPr>
            <a:xfrm>
              <a:off x="6723825" y="2745031"/>
              <a:ext cx="1232609" cy="1232609"/>
            </a:xfrm>
            <a:prstGeom prst="roundRect">
              <a:avLst>
                <a:gd name="adj" fmla="val 8975"/>
              </a:avLst>
            </a:prstGeom>
            <a:noFill/>
            <a:ln w="28575">
              <a:solidFill>
                <a:srgbClr val="2879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16" name="مستطيل مستدير الزوايا 15">
              <a:extLst>
                <a:ext uri="{FF2B5EF4-FFF2-40B4-BE49-F238E27FC236}">
                  <a16:creationId xmlns:a16="http://schemas.microsoft.com/office/drawing/2014/main" id="{5A68CFEE-5430-63D9-C0DC-C92134ED56F4}"/>
                </a:ext>
              </a:extLst>
            </p:cNvPr>
            <p:cNvSpPr/>
            <p:nvPr/>
          </p:nvSpPr>
          <p:spPr>
            <a:xfrm>
              <a:off x="8324602" y="3221424"/>
              <a:ext cx="1232609" cy="1232609"/>
            </a:xfrm>
            <a:prstGeom prst="roundRect">
              <a:avLst>
                <a:gd name="adj" fmla="val 8975"/>
              </a:avLst>
            </a:prstGeom>
            <a:noFill/>
            <a:ln w="28575">
              <a:solidFill>
                <a:srgbClr val="2879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17" name="مستطيل مستدير الزوايا 16">
              <a:extLst>
                <a:ext uri="{FF2B5EF4-FFF2-40B4-BE49-F238E27FC236}">
                  <a16:creationId xmlns:a16="http://schemas.microsoft.com/office/drawing/2014/main" id="{A47928B1-CAAC-BF39-00F2-7A9C8F72CEB4}"/>
                </a:ext>
              </a:extLst>
            </p:cNvPr>
            <p:cNvSpPr/>
            <p:nvPr/>
          </p:nvSpPr>
          <p:spPr>
            <a:xfrm>
              <a:off x="4686253" y="2788575"/>
              <a:ext cx="530572" cy="530572"/>
            </a:xfrm>
            <a:prstGeom prst="roundRect">
              <a:avLst/>
            </a:prstGeom>
            <a:solidFill>
              <a:srgbClr val="24A399"/>
            </a:solidFill>
            <a:ln w="603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18" name="مستطيل مستدير الزوايا 17">
              <a:extLst>
                <a:ext uri="{FF2B5EF4-FFF2-40B4-BE49-F238E27FC236}">
                  <a16:creationId xmlns:a16="http://schemas.microsoft.com/office/drawing/2014/main" id="{AC41D068-506F-8647-EAD3-672514F3CE2C}"/>
                </a:ext>
              </a:extLst>
            </p:cNvPr>
            <p:cNvSpPr/>
            <p:nvPr/>
          </p:nvSpPr>
          <p:spPr>
            <a:xfrm>
              <a:off x="6212006" y="3879917"/>
              <a:ext cx="530572" cy="530572"/>
            </a:xfrm>
            <a:prstGeom prst="roundRect">
              <a:avLst/>
            </a:prstGeom>
            <a:solidFill>
              <a:srgbClr val="287971"/>
            </a:solidFill>
            <a:ln w="603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19" name="مستطيل مستدير الزوايا 18">
              <a:extLst>
                <a:ext uri="{FF2B5EF4-FFF2-40B4-BE49-F238E27FC236}">
                  <a16:creationId xmlns:a16="http://schemas.microsoft.com/office/drawing/2014/main" id="{8D2DCEDE-1911-8912-1D1D-566EB9B2E74A}"/>
                </a:ext>
              </a:extLst>
            </p:cNvPr>
            <p:cNvSpPr/>
            <p:nvPr/>
          </p:nvSpPr>
          <p:spPr>
            <a:xfrm>
              <a:off x="7856690" y="3119767"/>
              <a:ext cx="530572" cy="530572"/>
            </a:xfrm>
            <a:prstGeom prst="roundRect">
              <a:avLst/>
            </a:prstGeom>
            <a:solidFill>
              <a:srgbClr val="24A399"/>
            </a:solidFill>
            <a:ln w="603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pic>
          <p:nvPicPr>
            <p:cNvPr id="21" name="صورة 20">
              <a:extLst>
                <a:ext uri="{FF2B5EF4-FFF2-40B4-BE49-F238E27FC236}">
                  <a16:creationId xmlns:a16="http://schemas.microsoft.com/office/drawing/2014/main" id="{A25E2649-723F-1893-300F-4FAF1D7BC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38265" y="3221424"/>
              <a:ext cx="367421" cy="275566"/>
            </a:xfrm>
            <a:prstGeom prst="rect">
              <a:avLst/>
            </a:prstGeom>
          </p:spPr>
        </p:pic>
        <p:pic>
          <p:nvPicPr>
            <p:cNvPr id="22" name="صورة 21">
              <a:extLst>
                <a:ext uri="{FF2B5EF4-FFF2-40B4-BE49-F238E27FC236}">
                  <a16:creationId xmlns:a16="http://schemas.microsoft.com/office/drawing/2014/main" id="{172530E5-80AD-D107-8D6D-8BCFE1D44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43666" y="3941303"/>
              <a:ext cx="267251" cy="356335"/>
            </a:xfrm>
            <a:prstGeom prst="rect">
              <a:avLst/>
            </a:prstGeom>
          </p:spPr>
        </p:pic>
        <p:pic>
          <p:nvPicPr>
            <p:cNvPr id="23" name="صورة 22">
              <a:extLst>
                <a:ext uri="{FF2B5EF4-FFF2-40B4-BE49-F238E27FC236}">
                  <a16:creationId xmlns:a16="http://schemas.microsoft.com/office/drawing/2014/main" id="{19D21765-B663-62D4-1245-702DAF25F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63125" y="2912550"/>
              <a:ext cx="376828" cy="282621"/>
            </a:xfrm>
            <a:prstGeom prst="rect">
              <a:avLst/>
            </a:prstGeom>
          </p:spPr>
        </p:pic>
        <p:pic>
          <p:nvPicPr>
            <p:cNvPr id="24" name="صورة 23">
              <a:extLst>
                <a:ext uri="{FF2B5EF4-FFF2-40B4-BE49-F238E27FC236}">
                  <a16:creationId xmlns:a16="http://schemas.microsoft.com/office/drawing/2014/main" id="{1E0C3E00-CA48-D6DC-DADF-E9BB8B52A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36514" y="3941303"/>
              <a:ext cx="308191" cy="308191"/>
            </a:xfrm>
            <a:prstGeom prst="rect">
              <a:avLst/>
            </a:prstGeom>
          </p:spPr>
        </p:pic>
      </p:grpSp>
      <p:grpSp>
        <p:nvGrpSpPr>
          <p:cNvPr id="32" name="مجموعة 31">
            <a:extLst>
              <a:ext uri="{FF2B5EF4-FFF2-40B4-BE49-F238E27FC236}">
                <a16:creationId xmlns:a16="http://schemas.microsoft.com/office/drawing/2014/main" id="{0CEED515-FC60-3A31-6D7A-1DCB27BAACA8}"/>
              </a:ext>
            </a:extLst>
          </p:cNvPr>
          <p:cNvGrpSpPr/>
          <p:nvPr/>
        </p:nvGrpSpPr>
        <p:grpSpPr>
          <a:xfrm>
            <a:off x="-30394" y="665591"/>
            <a:ext cx="12222394" cy="165360"/>
            <a:chOff x="-30394" y="665591"/>
            <a:chExt cx="12222394" cy="165360"/>
          </a:xfrm>
        </p:grpSpPr>
        <p:sp>
          <p:nvSpPr>
            <p:cNvPr id="33" name="مستطيل مستدير الزوايا 32">
              <a:extLst>
                <a:ext uri="{FF2B5EF4-FFF2-40B4-BE49-F238E27FC236}">
                  <a16:creationId xmlns:a16="http://schemas.microsoft.com/office/drawing/2014/main" id="{0F307E58-01C5-E1AB-3DA0-F1A206F0F8CB}"/>
                </a:ext>
              </a:extLst>
            </p:cNvPr>
            <p:cNvSpPr/>
            <p:nvPr/>
          </p:nvSpPr>
          <p:spPr>
            <a:xfrm>
              <a:off x="7147932" y="665591"/>
              <a:ext cx="5044068" cy="165359"/>
            </a:xfrm>
            <a:prstGeom prst="roundRect">
              <a:avLst>
                <a:gd name="adj" fmla="val 14935"/>
              </a:avLst>
            </a:prstGeom>
            <a:gradFill flip="none" rotWithShape="1">
              <a:gsLst>
                <a:gs pos="0">
                  <a:srgbClr val="24A399"/>
                </a:gs>
                <a:gs pos="52000">
                  <a:srgbClr val="24A399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1" eaLnBrk="1" latinLnBrk="0" hangingPunct="1"/>
              <a:endParaRPr lang="ar-SA" dirty="0"/>
            </a:p>
          </p:txBody>
        </p:sp>
        <p:sp>
          <p:nvSpPr>
            <p:cNvPr id="34" name="مستطيل مستدير الزوايا 33">
              <a:extLst>
                <a:ext uri="{FF2B5EF4-FFF2-40B4-BE49-F238E27FC236}">
                  <a16:creationId xmlns:a16="http://schemas.microsoft.com/office/drawing/2014/main" id="{EB81E7A2-83B7-F2C9-10C4-9D9FE416EBCA}"/>
                </a:ext>
              </a:extLst>
            </p:cNvPr>
            <p:cNvSpPr/>
            <p:nvPr/>
          </p:nvSpPr>
          <p:spPr>
            <a:xfrm rot="10800000">
              <a:off x="-30394" y="665592"/>
              <a:ext cx="5044068" cy="165359"/>
            </a:xfrm>
            <a:prstGeom prst="roundRect">
              <a:avLst>
                <a:gd name="adj" fmla="val 14935"/>
              </a:avLst>
            </a:prstGeom>
            <a:gradFill flip="none" rotWithShape="1">
              <a:gsLst>
                <a:gs pos="0">
                  <a:srgbClr val="24A399"/>
                </a:gs>
                <a:gs pos="52000">
                  <a:srgbClr val="24A399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1" eaLnBrk="1" latinLnBrk="0" hangingPunct="1"/>
              <a:endParaRPr lang="ar-SA" dirty="0"/>
            </a:p>
          </p:txBody>
        </p:sp>
      </p:grpSp>
    </p:spTree>
    <p:extLst>
      <p:ext uri="{BB962C8B-B14F-4D97-AF65-F5344CB8AC3E}">
        <p14:creationId xmlns:p14="http://schemas.microsoft.com/office/powerpoint/2010/main" val="2037027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عملية بديلة 14">
            <a:extLst>
              <a:ext uri="{FF2B5EF4-FFF2-40B4-BE49-F238E27FC236}">
                <a16:creationId xmlns:a16="http://schemas.microsoft.com/office/drawing/2014/main" id="{E5AB5505-B7DE-428B-1ACF-F69E16C37877}"/>
              </a:ext>
            </a:extLst>
          </p:cNvPr>
          <p:cNvSpPr/>
          <p:nvPr/>
        </p:nvSpPr>
        <p:spPr>
          <a:xfrm>
            <a:off x="1322615" y="2500038"/>
            <a:ext cx="2133600" cy="2839855"/>
          </a:xfrm>
          <a:prstGeom prst="flowChartAlternateProcess">
            <a:avLst/>
          </a:prstGeom>
          <a:noFill/>
          <a:ln w="38100">
            <a:gradFill>
              <a:gsLst>
                <a:gs pos="0">
                  <a:srgbClr val="24A399"/>
                </a:gs>
                <a:gs pos="83000">
                  <a:srgbClr val="24A399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17" name="عملية بديلة 16">
            <a:extLst>
              <a:ext uri="{FF2B5EF4-FFF2-40B4-BE49-F238E27FC236}">
                <a16:creationId xmlns:a16="http://schemas.microsoft.com/office/drawing/2014/main" id="{D3C920B8-9452-6174-C371-C61B6F446EE1}"/>
              </a:ext>
            </a:extLst>
          </p:cNvPr>
          <p:cNvSpPr/>
          <p:nvPr/>
        </p:nvSpPr>
        <p:spPr>
          <a:xfrm>
            <a:off x="3639877" y="2500038"/>
            <a:ext cx="2133600" cy="2839855"/>
          </a:xfrm>
          <a:prstGeom prst="flowChartAlternateProcess">
            <a:avLst/>
          </a:prstGeom>
          <a:noFill/>
          <a:ln w="38100">
            <a:gradFill>
              <a:gsLst>
                <a:gs pos="0">
                  <a:srgbClr val="24A399"/>
                </a:gs>
                <a:gs pos="83000">
                  <a:srgbClr val="24A399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18" name="عملية بديلة 17">
            <a:extLst>
              <a:ext uri="{FF2B5EF4-FFF2-40B4-BE49-F238E27FC236}">
                <a16:creationId xmlns:a16="http://schemas.microsoft.com/office/drawing/2014/main" id="{E92B2227-199E-783D-B53D-46812FD232DA}"/>
              </a:ext>
            </a:extLst>
          </p:cNvPr>
          <p:cNvSpPr/>
          <p:nvPr/>
        </p:nvSpPr>
        <p:spPr>
          <a:xfrm>
            <a:off x="5957139" y="2500038"/>
            <a:ext cx="2133600" cy="2839855"/>
          </a:xfrm>
          <a:prstGeom prst="flowChartAlternateProcess">
            <a:avLst/>
          </a:prstGeom>
          <a:noFill/>
          <a:ln w="38100">
            <a:gradFill>
              <a:gsLst>
                <a:gs pos="0">
                  <a:srgbClr val="24A399"/>
                </a:gs>
                <a:gs pos="83000">
                  <a:srgbClr val="24A399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23" name="عملية بديلة 22">
            <a:extLst>
              <a:ext uri="{FF2B5EF4-FFF2-40B4-BE49-F238E27FC236}">
                <a16:creationId xmlns:a16="http://schemas.microsoft.com/office/drawing/2014/main" id="{DF3C14CD-1526-6AE3-49D5-1994CD39E002}"/>
              </a:ext>
            </a:extLst>
          </p:cNvPr>
          <p:cNvSpPr/>
          <p:nvPr/>
        </p:nvSpPr>
        <p:spPr>
          <a:xfrm>
            <a:off x="8274400" y="2500038"/>
            <a:ext cx="2133600" cy="2839855"/>
          </a:xfrm>
          <a:prstGeom prst="flowChartAlternateProcess">
            <a:avLst/>
          </a:prstGeom>
          <a:noFill/>
          <a:ln w="38100">
            <a:gradFill>
              <a:gsLst>
                <a:gs pos="0">
                  <a:srgbClr val="24A399"/>
                </a:gs>
                <a:gs pos="83000">
                  <a:srgbClr val="24A399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/>
          </a:p>
        </p:txBody>
      </p:sp>
      <p:grpSp>
        <p:nvGrpSpPr>
          <p:cNvPr id="28" name="مجموعة 27">
            <a:extLst>
              <a:ext uri="{FF2B5EF4-FFF2-40B4-BE49-F238E27FC236}">
                <a16:creationId xmlns:a16="http://schemas.microsoft.com/office/drawing/2014/main" id="{EE825625-AFD8-4810-7B0A-781FA25D9E78}"/>
              </a:ext>
            </a:extLst>
          </p:cNvPr>
          <p:cNvGrpSpPr/>
          <p:nvPr/>
        </p:nvGrpSpPr>
        <p:grpSpPr>
          <a:xfrm>
            <a:off x="3284269" y="3566582"/>
            <a:ext cx="534389" cy="534389"/>
            <a:chOff x="3284269" y="3566582"/>
            <a:chExt cx="534389" cy="534389"/>
          </a:xfrm>
        </p:grpSpPr>
        <p:sp>
          <p:nvSpPr>
            <p:cNvPr id="21" name="شكل بيضاوي 20">
              <a:extLst>
                <a:ext uri="{FF2B5EF4-FFF2-40B4-BE49-F238E27FC236}">
                  <a16:creationId xmlns:a16="http://schemas.microsoft.com/office/drawing/2014/main" id="{8BC4654D-B2EB-165B-4718-91C03BA6AB21}"/>
                </a:ext>
              </a:extLst>
            </p:cNvPr>
            <p:cNvSpPr/>
            <p:nvPr/>
          </p:nvSpPr>
          <p:spPr>
            <a:xfrm>
              <a:off x="3284269" y="3566582"/>
              <a:ext cx="534389" cy="534389"/>
            </a:xfrm>
            <a:prstGeom prst="ellipse">
              <a:avLst/>
            </a:prstGeom>
            <a:solidFill>
              <a:srgbClr val="B59D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25" name="شكل بيضاوي 24">
              <a:extLst>
                <a:ext uri="{FF2B5EF4-FFF2-40B4-BE49-F238E27FC236}">
                  <a16:creationId xmlns:a16="http://schemas.microsoft.com/office/drawing/2014/main" id="{AB6C5FDD-6F96-B29F-ECE6-D2C5301D6455}"/>
                </a:ext>
              </a:extLst>
            </p:cNvPr>
            <p:cNvSpPr/>
            <p:nvPr/>
          </p:nvSpPr>
          <p:spPr>
            <a:xfrm>
              <a:off x="3321408" y="3603719"/>
              <a:ext cx="460113" cy="46011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27" name="شارة رتبة 26">
              <a:extLst>
                <a:ext uri="{FF2B5EF4-FFF2-40B4-BE49-F238E27FC236}">
                  <a16:creationId xmlns:a16="http://schemas.microsoft.com/office/drawing/2014/main" id="{E73A2A00-6135-93EC-D07D-DBA0909C76FB}"/>
                </a:ext>
              </a:extLst>
            </p:cNvPr>
            <p:cNvSpPr/>
            <p:nvPr/>
          </p:nvSpPr>
          <p:spPr>
            <a:xfrm rot="10800000">
              <a:off x="3406026" y="3713050"/>
              <a:ext cx="241450" cy="241450"/>
            </a:xfrm>
            <a:prstGeom prst="chevron">
              <a:avLst>
                <a:gd name="adj" fmla="val 5301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مجموعة 28">
            <a:extLst>
              <a:ext uri="{FF2B5EF4-FFF2-40B4-BE49-F238E27FC236}">
                <a16:creationId xmlns:a16="http://schemas.microsoft.com/office/drawing/2014/main" id="{E55A3245-D8FE-B53C-21F2-F352DDA85E8C}"/>
              </a:ext>
            </a:extLst>
          </p:cNvPr>
          <p:cNvGrpSpPr/>
          <p:nvPr/>
        </p:nvGrpSpPr>
        <p:grpSpPr>
          <a:xfrm>
            <a:off x="5607744" y="3566582"/>
            <a:ext cx="534389" cy="534389"/>
            <a:chOff x="3284269" y="3566582"/>
            <a:chExt cx="534389" cy="534389"/>
          </a:xfrm>
        </p:grpSpPr>
        <p:sp>
          <p:nvSpPr>
            <p:cNvPr id="30" name="شكل بيضاوي 29">
              <a:extLst>
                <a:ext uri="{FF2B5EF4-FFF2-40B4-BE49-F238E27FC236}">
                  <a16:creationId xmlns:a16="http://schemas.microsoft.com/office/drawing/2014/main" id="{18244F16-4DCF-7828-CD1F-2AD689BCB4AB}"/>
                </a:ext>
              </a:extLst>
            </p:cNvPr>
            <p:cNvSpPr/>
            <p:nvPr/>
          </p:nvSpPr>
          <p:spPr>
            <a:xfrm>
              <a:off x="3284269" y="3566582"/>
              <a:ext cx="534389" cy="534389"/>
            </a:xfrm>
            <a:prstGeom prst="ellipse">
              <a:avLst/>
            </a:prstGeom>
            <a:solidFill>
              <a:srgbClr val="B59D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31" name="شكل بيضاوي 30">
              <a:extLst>
                <a:ext uri="{FF2B5EF4-FFF2-40B4-BE49-F238E27FC236}">
                  <a16:creationId xmlns:a16="http://schemas.microsoft.com/office/drawing/2014/main" id="{59E0E0C7-F30F-B910-D5DA-53A921C8FEA8}"/>
                </a:ext>
              </a:extLst>
            </p:cNvPr>
            <p:cNvSpPr/>
            <p:nvPr/>
          </p:nvSpPr>
          <p:spPr>
            <a:xfrm>
              <a:off x="3321408" y="3603719"/>
              <a:ext cx="460113" cy="46011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32" name="شارة رتبة 31">
              <a:extLst>
                <a:ext uri="{FF2B5EF4-FFF2-40B4-BE49-F238E27FC236}">
                  <a16:creationId xmlns:a16="http://schemas.microsoft.com/office/drawing/2014/main" id="{F7F44D3C-2595-63B1-C9C0-9CE3B41953EA}"/>
                </a:ext>
              </a:extLst>
            </p:cNvPr>
            <p:cNvSpPr/>
            <p:nvPr/>
          </p:nvSpPr>
          <p:spPr>
            <a:xfrm rot="10800000">
              <a:off x="3406026" y="3713050"/>
              <a:ext cx="241450" cy="241450"/>
            </a:xfrm>
            <a:prstGeom prst="chevron">
              <a:avLst>
                <a:gd name="adj" fmla="val 5301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مجموعة 32">
            <a:extLst>
              <a:ext uri="{FF2B5EF4-FFF2-40B4-BE49-F238E27FC236}">
                <a16:creationId xmlns:a16="http://schemas.microsoft.com/office/drawing/2014/main" id="{8C9A7D4F-7E62-66B7-3EDA-6C62F1E27A0B}"/>
              </a:ext>
            </a:extLst>
          </p:cNvPr>
          <p:cNvGrpSpPr/>
          <p:nvPr/>
        </p:nvGrpSpPr>
        <p:grpSpPr>
          <a:xfrm>
            <a:off x="7931220" y="3611553"/>
            <a:ext cx="534389" cy="534389"/>
            <a:chOff x="3284269" y="3566582"/>
            <a:chExt cx="534389" cy="534389"/>
          </a:xfrm>
        </p:grpSpPr>
        <p:sp>
          <p:nvSpPr>
            <p:cNvPr id="34" name="شكل بيضاوي 33">
              <a:extLst>
                <a:ext uri="{FF2B5EF4-FFF2-40B4-BE49-F238E27FC236}">
                  <a16:creationId xmlns:a16="http://schemas.microsoft.com/office/drawing/2014/main" id="{85BD2CEA-60F9-25B5-503F-6232F05C3CF3}"/>
                </a:ext>
              </a:extLst>
            </p:cNvPr>
            <p:cNvSpPr/>
            <p:nvPr/>
          </p:nvSpPr>
          <p:spPr>
            <a:xfrm>
              <a:off x="3284269" y="3566582"/>
              <a:ext cx="534389" cy="534389"/>
            </a:xfrm>
            <a:prstGeom prst="ellipse">
              <a:avLst/>
            </a:prstGeom>
            <a:solidFill>
              <a:srgbClr val="B59D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35" name="شكل بيضاوي 34">
              <a:extLst>
                <a:ext uri="{FF2B5EF4-FFF2-40B4-BE49-F238E27FC236}">
                  <a16:creationId xmlns:a16="http://schemas.microsoft.com/office/drawing/2014/main" id="{4FC37A74-DA2F-DCE2-797B-C6059AA27F77}"/>
                </a:ext>
              </a:extLst>
            </p:cNvPr>
            <p:cNvSpPr/>
            <p:nvPr/>
          </p:nvSpPr>
          <p:spPr>
            <a:xfrm>
              <a:off x="3321408" y="3603719"/>
              <a:ext cx="460113" cy="46011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36" name="شارة رتبة 35">
              <a:extLst>
                <a:ext uri="{FF2B5EF4-FFF2-40B4-BE49-F238E27FC236}">
                  <a16:creationId xmlns:a16="http://schemas.microsoft.com/office/drawing/2014/main" id="{9101332C-9E9C-1FE6-BC92-99572889E776}"/>
                </a:ext>
              </a:extLst>
            </p:cNvPr>
            <p:cNvSpPr/>
            <p:nvPr/>
          </p:nvSpPr>
          <p:spPr>
            <a:xfrm rot="10800000">
              <a:off x="3406026" y="3713050"/>
              <a:ext cx="241450" cy="241450"/>
            </a:xfrm>
            <a:prstGeom prst="chevron">
              <a:avLst>
                <a:gd name="adj" fmla="val 5301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>
                <a:solidFill>
                  <a:schemeClr val="tx1"/>
                </a:solidFill>
              </a:endParaRPr>
            </a:p>
          </p:txBody>
        </p:sp>
      </p:grpSp>
      <p:pic>
        <p:nvPicPr>
          <p:cNvPr id="43" name="صورة 42">
            <a:extLst>
              <a:ext uri="{FF2B5EF4-FFF2-40B4-BE49-F238E27FC236}">
                <a16:creationId xmlns:a16="http://schemas.microsoft.com/office/drawing/2014/main" id="{67658328-937F-87FE-142C-2902EE357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7942" y="2629617"/>
            <a:ext cx="397079" cy="529438"/>
          </a:xfrm>
          <a:prstGeom prst="rect">
            <a:avLst/>
          </a:prstGeom>
        </p:spPr>
      </p:pic>
      <p:sp>
        <p:nvSpPr>
          <p:cNvPr id="44" name="مربع نص 43">
            <a:extLst>
              <a:ext uri="{FF2B5EF4-FFF2-40B4-BE49-F238E27FC236}">
                <a16:creationId xmlns:a16="http://schemas.microsoft.com/office/drawing/2014/main" id="{A3BC1D58-19E9-A655-9601-082E13B47274}"/>
              </a:ext>
            </a:extLst>
          </p:cNvPr>
          <p:cNvSpPr txBox="1"/>
          <p:nvPr/>
        </p:nvSpPr>
        <p:spPr>
          <a:xfrm>
            <a:off x="8379044" y="3282133"/>
            <a:ext cx="1735167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defTabSz="914400" rtl="0" eaLnBrk="1" latinLnBrk="0" hangingPunct="1"/>
            <a:r>
              <a:rPr lang="ar-SA" sz="1600" dirty="0">
                <a:solidFill>
                  <a:srgbClr val="B59D6B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جمعية</a:t>
            </a:r>
            <a:r>
              <a:rPr lang="ar-SA" sz="1600" dirty="0">
                <a:solidFill>
                  <a:srgbClr val="287971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 هدية الحاج والمــعــتــمــر الخــيريـــة </a:t>
            </a:r>
          </a:p>
        </p:txBody>
      </p:sp>
      <p:grpSp>
        <p:nvGrpSpPr>
          <p:cNvPr id="47" name="مجموعة 46">
            <a:extLst>
              <a:ext uri="{FF2B5EF4-FFF2-40B4-BE49-F238E27FC236}">
                <a16:creationId xmlns:a16="http://schemas.microsoft.com/office/drawing/2014/main" id="{62C6FF9F-1998-9340-0BFB-1608528008AD}"/>
              </a:ext>
            </a:extLst>
          </p:cNvPr>
          <p:cNvGrpSpPr/>
          <p:nvPr/>
        </p:nvGrpSpPr>
        <p:grpSpPr>
          <a:xfrm>
            <a:off x="-30394" y="665591"/>
            <a:ext cx="12222394" cy="165360"/>
            <a:chOff x="-30394" y="665591"/>
            <a:chExt cx="12222394" cy="165360"/>
          </a:xfrm>
        </p:grpSpPr>
        <p:sp>
          <p:nvSpPr>
            <p:cNvPr id="48" name="مستطيل مستدير الزوايا 47">
              <a:extLst>
                <a:ext uri="{FF2B5EF4-FFF2-40B4-BE49-F238E27FC236}">
                  <a16:creationId xmlns:a16="http://schemas.microsoft.com/office/drawing/2014/main" id="{7924FB74-A76B-D54C-6C73-7C56671D10B3}"/>
                </a:ext>
              </a:extLst>
            </p:cNvPr>
            <p:cNvSpPr/>
            <p:nvPr/>
          </p:nvSpPr>
          <p:spPr>
            <a:xfrm>
              <a:off x="7147932" y="665591"/>
              <a:ext cx="5044068" cy="165359"/>
            </a:xfrm>
            <a:prstGeom prst="roundRect">
              <a:avLst>
                <a:gd name="adj" fmla="val 14935"/>
              </a:avLst>
            </a:prstGeom>
            <a:gradFill flip="none" rotWithShape="1">
              <a:gsLst>
                <a:gs pos="0">
                  <a:srgbClr val="24A399"/>
                </a:gs>
                <a:gs pos="52000">
                  <a:srgbClr val="24A399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1" eaLnBrk="1" latinLnBrk="0" hangingPunct="1"/>
              <a:endParaRPr lang="ar-SA" dirty="0"/>
            </a:p>
          </p:txBody>
        </p:sp>
        <p:sp>
          <p:nvSpPr>
            <p:cNvPr id="49" name="مستطيل مستدير الزوايا 48">
              <a:extLst>
                <a:ext uri="{FF2B5EF4-FFF2-40B4-BE49-F238E27FC236}">
                  <a16:creationId xmlns:a16="http://schemas.microsoft.com/office/drawing/2014/main" id="{7CAE31C2-257C-E517-1368-A0A7B73D0EBC}"/>
                </a:ext>
              </a:extLst>
            </p:cNvPr>
            <p:cNvSpPr/>
            <p:nvPr/>
          </p:nvSpPr>
          <p:spPr>
            <a:xfrm rot="10800000">
              <a:off x="-30394" y="665592"/>
              <a:ext cx="5044068" cy="165359"/>
            </a:xfrm>
            <a:prstGeom prst="roundRect">
              <a:avLst>
                <a:gd name="adj" fmla="val 14935"/>
              </a:avLst>
            </a:prstGeom>
            <a:gradFill flip="none" rotWithShape="1">
              <a:gsLst>
                <a:gs pos="0">
                  <a:srgbClr val="24A399"/>
                </a:gs>
                <a:gs pos="52000">
                  <a:srgbClr val="24A399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1" eaLnBrk="1" latinLnBrk="0" hangingPunct="1"/>
              <a:endParaRPr lang="ar-SA" dirty="0"/>
            </a:p>
          </p:txBody>
        </p:sp>
      </p:grpSp>
      <p:pic>
        <p:nvPicPr>
          <p:cNvPr id="50" name="صورة 49">
            <a:extLst>
              <a:ext uri="{FF2B5EF4-FFF2-40B4-BE49-F238E27FC236}">
                <a16:creationId xmlns:a16="http://schemas.microsoft.com/office/drawing/2014/main" id="{24FFD769-047F-0AFF-1095-7890E89B7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417" y="2612542"/>
            <a:ext cx="311030" cy="414707"/>
          </a:xfrm>
          <a:prstGeom prst="rect">
            <a:avLst/>
          </a:prstGeom>
        </p:spPr>
      </p:pic>
      <p:pic>
        <p:nvPicPr>
          <p:cNvPr id="51" name="صورة 50">
            <a:extLst>
              <a:ext uri="{FF2B5EF4-FFF2-40B4-BE49-F238E27FC236}">
                <a16:creationId xmlns:a16="http://schemas.microsoft.com/office/drawing/2014/main" id="{04B82444-3F7E-93F4-0900-9F923121D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998" y="2595892"/>
            <a:ext cx="431357" cy="431357"/>
          </a:xfrm>
          <a:prstGeom prst="rect">
            <a:avLst/>
          </a:prstGeom>
        </p:spPr>
      </p:pic>
      <p:pic>
        <p:nvPicPr>
          <p:cNvPr id="52" name="صورة 51">
            <a:extLst>
              <a:ext uri="{FF2B5EF4-FFF2-40B4-BE49-F238E27FC236}">
                <a16:creationId xmlns:a16="http://schemas.microsoft.com/office/drawing/2014/main" id="{5FC3AF4B-1301-32D5-B90A-9EA6B4E653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4105" y="2595892"/>
            <a:ext cx="419451" cy="419451"/>
          </a:xfrm>
          <a:prstGeom prst="rect">
            <a:avLst/>
          </a:prstGeom>
        </p:spPr>
      </p:pic>
      <p:sp>
        <p:nvSpPr>
          <p:cNvPr id="53" name="مربع نص 52">
            <a:extLst>
              <a:ext uri="{FF2B5EF4-FFF2-40B4-BE49-F238E27FC236}">
                <a16:creationId xmlns:a16="http://schemas.microsoft.com/office/drawing/2014/main" id="{5C6D9A5C-1D2E-FA05-DF7E-82873485AE34}"/>
              </a:ext>
            </a:extLst>
          </p:cNvPr>
          <p:cNvSpPr txBox="1"/>
          <p:nvPr/>
        </p:nvSpPr>
        <p:spPr>
          <a:xfrm>
            <a:off x="6162969" y="3206830"/>
            <a:ext cx="1735167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defTabSz="914400" rtl="0" eaLnBrk="1" latinLnBrk="0" hangingPunct="1"/>
            <a:r>
              <a:rPr lang="ar-SA" sz="1600" dirty="0">
                <a:solidFill>
                  <a:srgbClr val="B59D6B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جمعية</a:t>
            </a:r>
            <a:r>
              <a:rPr lang="ar-SA" sz="1600" dirty="0">
                <a:solidFill>
                  <a:srgbClr val="287971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 هدية الحاج والمــعــتــمــر الخــيريـــة </a:t>
            </a:r>
          </a:p>
        </p:txBody>
      </p:sp>
      <p:sp>
        <p:nvSpPr>
          <p:cNvPr id="54" name="مربع نص 53">
            <a:extLst>
              <a:ext uri="{FF2B5EF4-FFF2-40B4-BE49-F238E27FC236}">
                <a16:creationId xmlns:a16="http://schemas.microsoft.com/office/drawing/2014/main" id="{DCF9EE18-677A-6633-3A96-66EFC55CA5E3}"/>
              </a:ext>
            </a:extLst>
          </p:cNvPr>
          <p:cNvSpPr txBox="1"/>
          <p:nvPr/>
        </p:nvSpPr>
        <p:spPr>
          <a:xfrm>
            <a:off x="3807044" y="3153042"/>
            <a:ext cx="1735167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defTabSz="914400" rtl="0" eaLnBrk="1" latinLnBrk="0" hangingPunct="1"/>
            <a:r>
              <a:rPr lang="ar-SA" sz="1600" dirty="0">
                <a:solidFill>
                  <a:srgbClr val="B59D6B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جمعية</a:t>
            </a:r>
            <a:r>
              <a:rPr lang="ar-SA" sz="1600" dirty="0">
                <a:solidFill>
                  <a:srgbClr val="287971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 هدية الحاج والمــعــتــمــر الخــيريـــة </a:t>
            </a:r>
          </a:p>
        </p:txBody>
      </p:sp>
      <p:sp>
        <p:nvSpPr>
          <p:cNvPr id="55" name="مربع نص 54">
            <a:extLst>
              <a:ext uri="{FF2B5EF4-FFF2-40B4-BE49-F238E27FC236}">
                <a16:creationId xmlns:a16="http://schemas.microsoft.com/office/drawing/2014/main" id="{BF9E3690-D469-53CA-B7F4-F2E6448D37B4}"/>
              </a:ext>
            </a:extLst>
          </p:cNvPr>
          <p:cNvSpPr txBox="1"/>
          <p:nvPr/>
        </p:nvSpPr>
        <p:spPr>
          <a:xfrm>
            <a:off x="1418847" y="3228345"/>
            <a:ext cx="1735167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defTabSz="914400" rtl="0" eaLnBrk="1" latinLnBrk="0" hangingPunct="1"/>
            <a:r>
              <a:rPr lang="ar-SA" sz="1600" dirty="0">
                <a:solidFill>
                  <a:srgbClr val="B59D6B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جمعية</a:t>
            </a:r>
            <a:r>
              <a:rPr lang="ar-SA" sz="1600" dirty="0">
                <a:solidFill>
                  <a:srgbClr val="287971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 هدية الحاج والمــعــتــمــر الخــيريـــة </a:t>
            </a:r>
          </a:p>
        </p:txBody>
      </p:sp>
    </p:spTree>
    <p:extLst>
      <p:ext uri="{BB962C8B-B14F-4D97-AF65-F5344CB8AC3E}">
        <p14:creationId xmlns:p14="http://schemas.microsoft.com/office/powerpoint/2010/main" val="3503054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مجموعة 52">
            <a:extLst>
              <a:ext uri="{FF2B5EF4-FFF2-40B4-BE49-F238E27FC236}">
                <a16:creationId xmlns:a16="http://schemas.microsoft.com/office/drawing/2014/main" id="{2E4AE22D-B28D-D42D-85A3-2CABEDE9E57F}"/>
              </a:ext>
            </a:extLst>
          </p:cNvPr>
          <p:cNvGrpSpPr/>
          <p:nvPr/>
        </p:nvGrpSpPr>
        <p:grpSpPr>
          <a:xfrm>
            <a:off x="7367631" y="2887064"/>
            <a:ext cx="1974957" cy="1135358"/>
            <a:chOff x="7150810" y="4138902"/>
            <a:chExt cx="1974957" cy="1135358"/>
          </a:xfrm>
        </p:grpSpPr>
        <p:sp>
          <p:nvSpPr>
            <p:cNvPr id="54" name="شكل بيضاوي 53">
              <a:extLst>
                <a:ext uri="{FF2B5EF4-FFF2-40B4-BE49-F238E27FC236}">
                  <a16:creationId xmlns:a16="http://schemas.microsoft.com/office/drawing/2014/main" id="{0443F578-2B1E-514C-716B-6EF9783F96A7}"/>
                </a:ext>
              </a:extLst>
            </p:cNvPr>
            <p:cNvSpPr/>
            <p:nvPr/>
          </p:nvSpPr>
          <p:spPr>
            <a:xfrm>
              <a:off x="7171697" y="4198659"/>
              <a:ext cx="987005" cy="987005"/>
            </a:xfrm>
            <a:prstGeom prst="ellipse">
              <a:avLst/>
            </a:prstGeom>
            <a:solidFill>
              <a:srgbClr val="B59D6B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55" name="شكل بيضاوي 54">
              <a:extLst>
                <a:ext uri="{FF2B5EF4-FFF2-40B4-BE49-F238E27FC236}">
                  <a16:creationId xmlns:a16="http://schemas.microsoft.com/office/drawing/2014/main" id="{F976FE3F-7232-4F3D-5048-467A95B8F0E3}"/>
                </a:ext>
              </a:extLst>
            </p:cNvPr>
            <p:cNvSpPr/>
            <p:nvPr/>
          </p:nvSpPr>
          <p:spPr>
            <a:xfrm>
              <a:off x="7281279" y="4308241"/>
              <a:ext cx="767840" cy="767840"/>
            </a:xfrm>
            <a:prstGeom prst="ellipse">
              <a:avLst/>
            </a:prstGeom>
            <a:solidFill>
              <a:srgbClr val="B59D6B"/>
            </a:solidFill>
            <a:ln w="34925" cmpd="dbl"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53278"/>
                        <a:gd name="connsiteY0" fmla="*/ 276639 h 553278"/>
                        <a:gd name="connsiteX1" fmla="*/ 276639 w 553278"/>
                        <a:gd name="connsiteY1" fmla="*/ 0 h 553278"/>
                        <a:gd name="connsiteX2" fmla="*/ 553278 w 553278"/>
                        <a:gd name="connsiteY2" fmla="*/ 276639 h 553278"/>
                        <a:gd name="connsiteX3" fmla="*/ 276639 w 553278"/>
                        <a:gd name="connsiteY3" fmla="*/ 553278 h 553278"/>
                        <a:gd name="connsiteX4" fmla="*/ 0 w 553278"/>
                        <a:gd name="connsiteY4" fmla="*/ 276639 h 5532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3278" h="553278" fill="none" extrusionOk="0">
                          <a:moveTo>
                            <a:pt x="0" y="276639"/>
                          </a:moveTo>
                          <a:cubicBezTo>
                            <a:pt x="25604" y="126892"/>
                            <a:pt x="131707" y="-16160"/>
                            <a:pt x="276639" y="0"/>
                          </a:cubicBezTo>
                          <a:cubicBezTo>
                            <a:pt x="421846" y="-1160"/>
                            <a:pt x="537735" y="138489"/>
                            <a:pt x="553278" y="276639"/>
                          </a:cubicBezTo>
                          <a:cubicBezTo>
                            <a:pt x="552867" y="425502"/>
                            <a:pt x="417231" y="570222"/>
                            <a:pt x="276639" y="553278"/>
                          </a:cubicBezTo>
                          <a:cubicBezTo>
                            <a:pt x="144136" y="564632"/>
                            <a:pt x="12229" y="432363"/>
                            <a:pt x="0" y="276639"/>
                          </a:cubicBezTo>
                          <a:close/>
                        </a:path>
                        <a:path w="553278" h="553278" stroke="0" extrusionOk="0">
                          <a:moveTo>
                            <a:pt x="0" y="276639"/>
                          </a:moveTo>
                          <a:cubicBezTo>
                            <a:pt x="-25728" y="107986"/>
                            <a:pt x="98098" y="9667"/>
                            <a:pt x="276639" y="0"/>
                          </a:cubicBezTo>
                          <a:cubicBezTo>
                            <a:pt x="451132" y="4570"/>
                            <a:pt x="526403" y="124710"/>
                            <a:pt x="553278" y="276639"/>
                          </a:cubicBezTo>
                          <a:cubicBezTo>
                            <a:pt x="535585" y="446701"/>
                            <a:pt x="428581" y="557933"/>
                            <a:pt x="276639" y="553278"/>
                          </a:cubicBezTo>
                          <a:cubicBezTo>
                            <a:pt x="111576" y="546560"/>
                            <a:pt x="21534" y="439712"/>
                            <a:pt x="0" y="2766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grpSp>
          <p:nvGrpSpPr>
            <p:cNvPr id="56" name="مجموعة 55">
              <a:extLst>
                <a:ext uri="{FF2B5EF4-FFF2-40B4-BE49-F238E27FC236}">
                  <a16:creationId xmlns:a16="http://schemas.microsoft.com/office/drawing/2014/main" id="{DC51B80D-1AC5-7D24-E2DC-98C6B523FD5F}"/>
                </a:ext>
              </a:extLst>
            </p:cNvPr>
            <p:cNvGrpSpPr/>
            <p:nvPr/>
          </p:nvGrpSpPr>
          <p:grpSpPr>
            <a:xfrm>
              <a:off x="7150810" y="4138902"/>
              <a:ext cx="1974957" cy="1135358"/>
              <a:chOff x="7150810" y="4138902"/>
              <a:chExt cx="1974957" cy="1135358"/>
            </a:xfrm>
          </p:grpSpPr>
          <p:sp>
            <p:nvSpPr>
              <p:cNvPr id="57" name="قوس ممتلئ 56">
                <a:extLst>
                  <a:ext uri="{FF2B5EF4-FFF2-40B4-BE49-F238E27FC236}">
                    <a16:creationId xmlns:a16="http://schemas.microsoft.com/office/drawing/2014/main" id="{916D4FAB-E9B7-C895-82F3-DD9AB5DEBEFD}"/>
                  </a:ext>
                </a:extLst>
              </p:cNvPr>
              <p:cNvSpPr/>
              <p:nvPr/>
            </p:nvSpPr>
            <p:spPr>
              <a:xfrm rot="7719266">
                <a:off x="7150810" y="4138902"/>
                <a:ext cx="1135358" cy="1135358"/>
              </a:xfrm>
              <a:prstGeom prst="blockArc">
                <a:avLst>
                  <a:gd name="adj1" fmla="val 10800000"/>
                  <a:gd name="adj2" fmla="val 17054898"/>
                  <a:gd name="adj3" fmla="val 3110"/>
                </a:avLst>
              </a:pr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8" name="موصل مستقيم 57">
                <a:extLst>
                  <a:ext uri="{FF2B5EF4-FFF2-40B4-BE49-F238E27FC236}">
                    <a16:creationId xmlns:a16="http://schemas.microsoft.com/office/drawing/2014/main" id="{6F3F6C8C-A8C7-A236-B424-A276EA3DBB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8275" y="4706705"/>
                <a:ext cx="813942" cy="0"/>
              </a:xfrm>
              <a:prstGeom prst="line">
                <a:avLst/>
              </a:prstGeom>
              <a:ln w="38100">
                <a:solidFill>
                  <a:srgbClr val="28797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شكل بيضاوي 58">
                <a:extLst>
                  <a:ext uri="{FF2B5EF4-FFF2-40B4-BE49-F238E27FC236}">
                    <a16:creationId xmlns:a16="http://schemas.microsoft.com/office/drawing/2014/main" id="{3E42B16A-9C54-5A6F-8096-CB3F5C4044A1}"/>
                  </a:ext>
                </a:extLst>
              </p:cNvPr>
              <p:cNvSpPr/>
              <p:nvPr/>
            </p:nvSpPr>
            <p:spPr>
              <a:xfrm>
                <a:off x="8966875" y="4620196"/>
                <a:ext cx="158892" cy="158892"/>
              </a:xfrm>
              <a:prstGeom prst="ellipse">
                <a:avLst/>
              </a:pr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/>
              </a:p>
            </p:txBody>
          </p:sp>
        </p:grpSp>
      </p:grpSp>
      <p:grpSp>
        <p:nvGrpSpPr>
          <p:cNvPr id="60" name="مجموعة 59">
            <a:extLst>
              <a:ext uri="{FF2B5EF4-FFF2-40B4-BE49-F238E27FC236}">
                <a16:creationId xmlns:a16="http://schemas.microsoft.com/office/drawing/2014/main" id="{8B9DB786-2892-0045-F31D-AE2C1FC97964}"/>
              </a:ext>
            </a:extLst>
          </p:cNvPr>
          <p:cNvGrpSpPr/>
          <p:nvPr/>
        </p:nvGrpSpPr>
        <p:grpSpPr>
          <a:xfrm>
            <a:off x="5209047" y="2887064"/>
            <a:ext cx="1974957" cy="1135358"/>
            <a:chOff x="7150810" y="4138902"/>
            <a:chExt cx="1974957" cy="1135358"/>
          </a:xfrm>
        </p:grpSpPr>
        <p:sp>
          <p:nvSpPr>
            <p:cNvPr id="61" name="شكل بيضاوي 60">
              <a:extLst>
                <a:ext uri="{FF2B5EF4-FFF2-40B4-BE49-F238E27FC236}">
                  <a16:creationId xmlns:a16="http://schemas.microsoft.com/office/drawing/2014/main" id="{C2694244-D799-BA03-D497-7327E5B13283}"/>
                </a:ext>
              </a:extLst>
            </p:cNvPr>
            <p:cNvSpPr/>
            <p:nvPr/>
          </p:nvSpPr>
          <p:spPr>
            <a:xfrm>
              <a:off x="7171697" y="4198659"/>
              <a:ext cx="987005" cy="987005"/>
            </a:xfrm>
            <a:prstGeom prst="ellipse">
              <a:avLst/>
            </a:prstGeom>
            <a:solidFill>
              <a:srgbClr val="B59D6B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62" name="شكل بيضاوي 61">
              <a:extLst>
                <a:ext uri="{FF2B5EF4-FFF2-40B4-BE49-F238E27FC236}">
                  <a16:creationId xmlns:a16="http://schemas.microsoft.com/office/drawing/2014/main" id="{3594DC30-A31E-1BA0-F4D4-8BFC4A3B3C55}"/>
                </a:ext>
              </a:extLst>
            </p:cNvPr>
            <p:cNvSpPr/>
            <p:nvPr/>
          </p:nvSpPr>
          <p:spPr>
            <a:xfrm>
              <a:off x="7281279" y="4308241"/>
              <a:ext cx="767840" cy="767840"/>
            </a:xfrm>
            <a:prstGeom prst="ellipse">
              <a:avLst/>
            </a:prstGeom>
            <a:solidFill>
              <a:srgbClr val="B59D6B"/>
            </a:solidFill>
            <a:ln w="34925" cmpd="dbl"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53278"/>
                        <a:gd name="connsiteY0" fmla="*/ 276639 h 553278"/>
                        <a:gd name="connsiteX1" fmla="*/ 276639 w 553278"/>
                        <a:gd name="connsiteY1" fmla="*/ 0 h 553278"/>
                        <a:gd name="connsiteX2" fmla="*/ 553278 w 553278"/>
                        <a:gd name="connsiteY2" fmla="*/ 276639 h 553278"/>
                        <a:gd name="connsiteX3" fmla="*/ 276639 w 553278"/>
                        <a:gd name="connsiteY3" fmla="*/ 553278 h 553278"/>
                        <a:gd name="connsiteX4" fmla="*/ 0 w 553278"/>
                        <a:gd name="connsiteY4" fmla="*/ 276639 h 5532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3278" h="553278" fill="none" extrusionOk="0">
                          <a:moveTo>
                            <a:pt x="0" y="276639"/>
                          </a:moveTo>
                          <a:cubicBezTo>
                            <a:pt x="25604" y="126892"/>
                            <a:pt x="131707" y="-16160"/>
                            <a:pt x="276639" y="0"/>
                          </a:cubicBezTo>
                          <a:cubicBezTo>
                            <a:pt x="421846" y="-1160"/>
                            <a:pt x="537735" y="138489"/>
                            <a:pt x="553278" y="276639"/>
                          </a:cubicBezTo>
                          <a:cubicBezTo>
                            <a:pt x="552867" y="425502"/>
                            <a:pt x="417231" y="570222"/>
                            <a:pt x="276639" y="553278"/>
                          </a:cubicBezTo>
                          <a:cubicBezTo>
                            <a:pt x="144136" y="564632"/>
                            <a:pt x="12229" y="432363"/>
                            <a:pt x="0" y="276639"/>
                          </a:cubicBezTo>
                          <a:close/>
                        </a:path>
                        <a:path w="553278" h="553278" stroke="0" extrusionOk="0">
                          <a:moveTo>
                            <a:pt x="0" y="276639"/>
                          </a:moveTo>
                          <a:cubicBezTo>
                            <a:pt x="-25728" y="107986"/>
                            <a:pt x="98098" y="9667"/>
                            <a:pt x="276639" y="0"/>
                          </a:cubicBezTo>
                          <a:cubicBezTo>
                            <a:pt x="451132" y="4570"/>
                            <a:pt x="526403" y="124710"/>
                            <a:pt x="553278" y="276639"/>
                          </a:cubicBezTo>
                          <a:cubicBezTo>
                            <a:pt x="535585" y="446701"/>
                            <a:pt x="428581" y="557933"/>
                            <a:pt x="276639" y="553278"/>
                          </a:cubicBezTo>
                          <a:cubicBezTo>
                            <a:pt x="111576" y="546560"/>
                            <a:pt x="21534" y="439712"/>
                            <a:pt x="0" y="2766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grpSp>
          <p:nvGrpSpPr>
            <p:cNvPr id="63" name="مجموعة 62">
              <a:extLst>
                <a:ext uri="{FF2B5EF4-FFF2-40B4-BE49-F238E27FC236}">
                  <a16:creationId xmlns:a16="http://schemas.microsoft.com/office/drawing/2014/main" id="{F4331170-D033-7F2D-B548-7CCE8E83EFDF}"/>
                </a:ext>
              </a:extLst>
            </p:cNvPr>
            <p:cNvGrpSpPr/>
            <p:nvPr/>
          </p:nvGrpSpPr>
          <p:grpSpPr>
            <a:xfrm>
              <a:off x="7150810" y="4138902"/>
              <a:ext cx="1974957" cy="1135358"/>
              <a:chOff x="7150810" y="4138902"/>
              <a:chExt cx="1974957" cy="1135358"/>
            </a:xfrm>
          </p:grpSpPr>
          <p:sp>
            <p:nvSpPr>
              <p:cNvPr id="64" name="قوس ممتلئ 63">
                <a:extLst>
                  <a:ext uri="{FF2B5EF4-FFF2-40B4-BE49-F238E27FC236}">
                    <a16:creationId xmlns:a16="http://schemas.microsoft.com/office/drawing/2014/main" id="{86A2467A-39AA-9353-F058-89A33B54414E}"/>
                  </a:ext>
                </a:extLst>
              </p:cNvPr>
              <p:cNvSpPr/>
              <p:nvPr/>
            </p:nvSpPr>
            <p:spPr>
              <a:xfrm rot="7719266">
                <a:off x="7150810" y="4138902"/>
                <a:ext cx="1135358" cy="1135358"/>
              </a:xfrm>
              <a:prstGeom prst="blockArc">
                <a:avLst>
                  <a:gd name="adj1" fmla="val 10800000"/>
                  <a:gd name="adj2" fmla="val 17054898"/>
                  <a:gd name="adj3" fmla="val 3110"/>
                </a:avLst>
              </a:pr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5" name="موصل مستقيم 64">
                <a:extLst>
                  <a:ext uri="{FF2B5EF4-FFF2-40B4-BE49-F238E27FC236}">
                    <a16:creationId xmlns:a16="http://schemas.microsoft.com/office/drawing/2014/main" id="{91A09CDC-9B14-F642-35CC-B00D37DAE9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8275" y="4706705"/>
                <a:ext cx="813942" cy="0"/>
              </a:xfrm>
              <a:prstGeom prst="line">
                <a:avLst/>
              </a:prstGeom>
              <a:ln w="38100">
                <a:solidFill>
                  <a:srgbClr val="28797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شكل بيضاوي 65">
                <a:extLst>
                  <a:ext uri="{FF2B5EF4-FFF2-40B4-BE49-F238E27FC236}">
                    <a16:creationId xmlns:a16="http://schemas.microsoft.com/office/drawing/2014/main" id="{5587E8F8-56E7-DB0F-6531-E2E3A59E5370}"/>
                  </a:ext>
                </a:extLst>
              </p:cNvPr>
              <p:cNvSpPr/>
              <p:nvPr/>
            </p:nvSpPr>
            <p:spPr>
              <a:xfrm>
                <a:off x="8966875" y="4620196"/>
                <a:ext cx="158892" cy="158892"/>
              </a:xfrm>
              <a:prstGeom prst="ellipse">
                <a:avLst/>
              </a:pr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/>
              </a:p>
            </p:txBody>
          </p:sp>
        </p:grpSp>
      </p:grpSp>
      <p:grpSp>
        <p:nvGrpSpPr>
          <p:cNvPr id="67" name="مجموعة 66">
            <a:extLst>
              <a:ext uri="{FF2B5EF4-FFF2-40B4-BE49-F238E27FC236}">
                <a16:creationId xmlns:a16="http://schemas.microsoft.com/office/drawing/2014/main" id="{FD014066-13B5-1352-1380-82F2E92AA9B5}"/>
              </a:ext>
            </a:extLst>
          </p:cNvPr>
          <p:cNvGrpSpPr/>
          <p:nvPr/>
        </p:nvGrpSpPr>
        <p:grpSpPr>
          <a:xfrm>
            <a:off x="3050463" y="2887064"/>
            <a:ext cx="1974957" cy="1135358"/>
            <a:chOff x="7150810" y="4138902"/>
            <a:chExt cx="1974957" cy="1135358"/>
          </a:xfrm>
        </p:grpSpPr>
        <p:sp>
          <p:nvSpPr>
            <p:cNvPr id="68" name="شكل بيضاوي 67">
              <a:extLst>
                <a:ext uri="{FF2B5EF4-FFF2-40B4-BE49-F238E27FC236}">
                  <a16:creationId xmlns:a16="http://schemas.microsoft.com/office/drawing/2014/main" id="{99BF753F-9308-3D23-D648-C88CDE127CDF}"/>
                </a:ext>
              </a:extLst>
            </p:cNvPr>
            <p:cNvSpPr/>
            <p:nvPr/>
          </p:nvSpPr>
          <p:spPr>
            <a:xfrm>
              <a:off x="7171697" y="4198659"/>
              <a:ext cx="987005" cy="987005"/>
            </a:xfrm>
            <a:prstGeom prst="ellipse">
              <a:avLst/>
            </a:prstGeom>
            <a:solidFill>
              <a:srgbClr val="B59D6B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69" name="شكل بيضاوي 68">
              <a:extLst>
                <a:ext uri="{FF2B5EF4-FFF2-40B4-BE49-F238E27FC236}">
                  <a16:creationId xmlns:a16="http://schemas.microsoft.com/office/drawing/2014/main" id="{41D5B0EC-2BFC-DC98-437F-3D3D76F862FC}"/>
                </a:ext>
              </a:extLst>
            </p:cNvPr>
            <p:cNvSpPr/>
            <p:nvPr/>
          </p:nvSpPr>
          <p:spPr>
            <a:xfrm>
              <a:off x="7281279" y="4308241"/>
              <a:ext cx="767840" cy="767840"/>
            </a:xfrm>
            <a:prstGeom prst="ellipse">
              <a:avLst/>
            </a:prstGeom>
            <a:solidFill>
              <a:srgbClr val="B59D6B"/>
            </a:solidFill>
            <a:ln w="34925" cmpd="dbl"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53278"/>
                        <a:gd name="connsiteY0" fmla="*/ 276639 h 553278"/>
                        <a:gd name="connsiteX1" fmla="*/ 276639 w 553278"/>
                        <a:gd name="connsiteY1" fmla="*/ 0 h 553278"/>
                        <a:gd name="connsiteX2" fmla="*/ 553278 w 553278"/>
                        <a:gd name="connsiteY2" fmla="*/ 276639 h 553278"/>
                        <a:gd name="connsiteX3" fmla="*/ 276639 w 553278"/>
                        <a:gd name="connsiteY3" fmla="*/ 553278 h 553278"/>
                        <a:gd name="connsiteX4" fmla="*/ 0 w 553278"/>
                        <a:gd name="connsiteY4" fmla="*/ 276639 h 5532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3278" h="553278" fill="none" extrusionOk="0">
                          <a:moveTo>
                            <a:pt x="0" y="276639"/>
                          </a:moveTo>
                          <a:cubicBezTo>
                            <a:pt x="25604" y="126892"/>
                            <a:pt x="131707" y="-16160"/>
                            <a:pt x="276639" y="0"/>
                          </a:cubicBezTo>
                          <a:cubicBezTo>
                            <a:pt x="421846" y="-1160"/>
                            <a:pt x="537735" y="138489"/>
                            <a:pt x="553278" y="276639"/>
                          </a:cubicBezTo>
                          <a:cubicBezTo>
                            <a:pt x="552867" y="425502"/>
                            <a:pt x="417231" y="570222"/>
                            <a:pt x="276639" y="553278"/>
                          </a:cubicBezTo>
                          <a:cubicBezTo>
                            <a:pt x="144136" y="564632"/>
                            <a:pt x="12229" y="432363"/>
                            <a:pt x="0" y="276639"/>
                          </a:cubicBezTo>
                          <a:close/>
                        </a:path>
                        <a:path w="553278" h="553278" stroke="0" extrusionOk="0">
                          <a:moveTo>
                            <a:pt x="0" y="276639"/>
                          </a:moveTo>
                          <a:cubicBezTo>
                            <a:pt x="-25728" y="107986"/>
                            <a:pt x="98098" y="9667"/>
                            <a:pt x="276639" y="0"/>
                          </a:cubicBezTo>
                          <a:cubicBezTo>
                            <a:pt x="451132" y="4570"/>
                            <a:pt x="526403" y="124710"/>
                            <a:pt x="553278" y="276639"/>
                          </a:cubicBezTo>
                          <a:cubicBezTo>
                            <a:pt x="535585" y="446701"/>
                            <a:pt x="428581" y="557933"/>
                            <a:pt x="276639" y="553278"/>
                          </a:cubicBezTo>
                          <a:cubicBezTo>
                            <a:pt x="111576" y="546560"/>
                            <a:pt x="21534" y="439712"/>
                            <a:pt x="0" y="2766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grpSp>
          <p:nvGrpSpPr>
            <p:cNvPr id="70" name="مجموعة 69">
              <a:extLst>
                <a:ext uri="{FF2B5EF4-FFF2-40B4-BE49-F238E27FC236}">
                  <a16:creationId xmlns:a16="http://schemas.microsoft.com/office/drawing/2014/main" id="{EEC1E2CB-5653-26B2-2138-DD25299F8A5F}"/>
                </a:ext>
              </a:extLst>
            </p:cNvPr>
            <p:cNvGrpSpPr/>
            <p:nvPr/>
          </p:nvGrpSpPr>
          <p:grpSpPr>
            <a:xfrm>
              <a:off x="7150810" y="4138902"/>
              <a:ext cx="1974957" cy="1135358"/>
              <a:chOff x="7150810" y="4138902"/>
              <a:chExt cx="1974957" cy="1135358"/>
            </a:xfrm>
          </p:grpSpPr>
          <p:sp>
            <p:nvSpPr>
              <p:cNvPr id="71" name="قوس ممتلئ 70">
                <a:extLst>
                  <a:ext uri="{FF2B5EF4-FFF2-40B4-BE49-F238E27FC236}">
                    <a16:creationId xmlns:a16="http://schemas.microsoft.com/office/drawing/2014/main" id="{B2112601-1803-34CF-A68A-D110F4E8B54C}"/>
                  </a:ext>
                </a:extLst>
              </p:cNvPr>
              <p:cNvSpPr/>
              <p:nvPr/>
            </p:nvSpPr>
            <p:spPr>
              <a:xfrm rot="7719266">
                <a:off x="7150810" y="4138902"/>
                <a:ext cx="1135358" cy="1135358"/>
              </a:xfrm>
              <a:prstGeom prst="blockArc">
                <a:avLst>
                  <a:gd name="adj1" fmla="val 10800000"/>
                  <a:gd name="adj2" fmla="val 17054898"/>
                  <a:gd name="adj3" fmla="val 3110"/>
                </a:avLst>
              </a:pr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2" name="موصل مستقيم 71">
                <a:extLst>
                  <a:ext uri="{FF2B5EF4-FFF2-40B4-BE49-F238E27FC236}">
                    <a16:creationId xmlns:a16="http://schemas.microsoft.com/office/drawing/2014/main" id="{7FD26D23-0D60-C121-5600-3C810DC55F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8275" y="4706705"/>
                <a:ext cx="813942" cy="0"/>
              </a:xfrm>
              <a:prstGeom prst="line">
                <a:avLst/>
              </a:prstGeom>
              <a:ln w="38100">
                <a:solidFill>
                  <a:srgbClr val="28797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شكل بيضاوي 72">
                <a:extLst>
                  <a:ext uri="{FF2B5EF4-FFF2-40B4-BE49-F238E27FC236}">
                    <a16:creationId xmlns:a16="http://schemas.microsoft.com/office/drawing/2014/main" id="{B8315E95-42C0-3434-1DC9-AF7F58447887}"/>
                  </a:ext>
                </a:extLst>
              </p:cNvPr>
              <p:cNvSpPr/>
              <p:nvPr/>
            </p:nvSpPr>
            <p:spPr>
              <a:xfrm>
                <a:off x="8966875" y="4620196"/>
                <a:ext cx="158892" cy="158892"/>
              </a:xfrm>
              <a:prstGeom prst="ellipse">
                <a:avLst/>
              </a:pr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/>
              </a:p>
            </p:txBody>
          </p:sp>
        </p:grpSp>
      </p:grpSp>
      <p:pic>
        <p:nvPicPr>
          <p:cNvPr id="92" name="صورة 91">
            <a:extLst>
              <a:ext uri="{FF2B5EF4-FFF2-40B4-BE49-F238E27FC236}">
                <a16:creationId xmlns:a16="http://schemas.microsoft.com/office/drawing/2014/main" id="{656781EA-2029-4968-05C3-4E6CD4E8D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720" y="3136198"/>
            <a:ext cx="537910" cy="537910"/>
          </a:xfrm>
          <a:prstGeom prst="rect">
            <a:avLst/>
          </a:prstGeom>
        </p:spPr>
      </p:pic>
      <p:pic>
        <p:nvPicPr>
          <p:cNvPr id="93" name="صورة 92">
            <a:extLst>
              <a:ext uri="{FF2B5EF4-FFF2-40B4-BE49-F238E27FC236}">
                <a16:creationId xmlns:a16="http://schemas.microsoft.com/office/drawing/2014/main" id="{89632C6B-DEFA-A38A-3373-4556A655F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565" y="3173034"/>
            <a:ext cx="383948" cy="511931"/>
          </a:xfrm>
          <a:prstGeom prst="rect">
            <a:avLst/>
          </a:prstGeom>
        </p:spPr>
      </p:pic>
      <p:pic>
        <p:nvPicPr>
          <p:cNvPr id="94" name="صورة 93">
            <a:extLst>
              <a:ext uri="{FF2B5EF4-FFF2-40B4-BE49-F238E27FC236}">
                <a16:creationId xmlns:a16="http://schemas.microsoft.com/office/drawing/2014/main" id="{B3F73AB4-E459-E69D-03B9-627FC657F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857" y="3136198"/>
            <a:ext cx="634197" cy="475648"/>
          </a:xfrm>
          <a:prstGeom prst="rect">
            <a:avLst/>
          </a:prstGeom>
        </p:spPr>
      </p:pic>
      <p:sp>
        <p:nvSpPr>
          <p:cNvPr id="103" name="مربع نص 102">
            <a:extLst>
              <a:ext uri="{FF2B5EF4-FFF2-40B4-BE49-F238E27FC236}">
                <a16:creationId xmlns:a16="http://schemas.microsoft.com/office/drawing/2014/main" id="{4A223038-F583-CC52-E668-9E7AF6898474}"/>
              </a:ext>
            </a:extLst>
          </p:cNvPr>
          <p:cNvSpPr txBox="1"/>
          <p:nvPr/>
        </p:nvSpPr>
        <p:spPr>
          <a:xfrm>
            <a:off x="7338076" y="1906300"/>
            <a:ext cx="14313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justLow" defTabSz="914400" eaLnBrk="1" latinLnBrk="0" hangingPunct="1"/>
            <a:r>
              <a:rPr lang="ar-SA" sz="1800" dirty="0">
                <a:solidFill>
                  <a:srgbClr val="B59D6B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جمعية</a:t>
            </a:r>
            <a:r>
              <a:rPr lang="ar-SA" sz="1800" dirty="0">
                <a:solidFill>
                  <a:srgbClr val="287971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 هدية الحاج والمعتمر الخيرية </a:t>
            </a:r>
          </a:p>
        </p:txBody>
      </p:sp>
      <p:sp>
        <p:nvSpPr>
          <p:cNvPr id="104" name="مربع نص 103">
            <a:extLst>
              <a:ext uri="{FF2B5EF4-FFF2-40B4-BE49-F238E27FC236}">
                <a16:creationId xmlns:a16="http://schemas.microsoft.com/office/drawing/2014/main" id="{59E23534-854D-5D9B-3F2A-2064F29C82BE}"/>
              </a:ext>
            </a:extLst>
          </p:cNvPr>
          <p:cNvSpPr txBox="1"/>
          <p:nvPr/>
        </p:nvSpPr>
        <p:spPr>
          <a:xfrm>
            <a:off x="4905186" y="4160603"/>
            <a:ext cx="14313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justLow" defTabSz="914400" eaLnBrk="1" latinLnBrk="0" hangingPunct="1"/>
            <a:r>
              <a:rPr lang="ar-SA" sz="1800" dirty="0">
                <a:solidFill>
                  <a:srgbClr val="B59D6B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جمعية</a:t>
            </a:r>
            <a:r>
              <a:rPr lang="ar-SA" sz="1800" dirty="0">
                <a:solidFill>
                  <a:srgbClr val="287971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 هدية الحاج والمعتمر الخيرية </a:t>
            </a:r>
          </a:p>
        </p:txBody>
      </p:sp>
      <p:sp>
        <p:nvSpPr>
          <p:cNvPr id="105" name="مربع نص 104">
            <a:extLst>
              <a:ext uri="{FF2B5EF4-FFF2-40B4-BE49-F238E27FC236}">
                <a16:creationId xmlns:a16="http://schemas.microsoft.com/office/drawing/2014/main" id="{CF18110B-497D-8D0D-BCE6-CA7F31A3D9DE}"/>
              </a:ext>
            </a:extLst>
          </p:cNvPr>
          <p:cNvSpPr txBox="1"/>
          <p:nvPr/>
        </p:nvSpPr>
        <p:spPr>
          <a:xfrm>
            <a:off x="2921970" y="1980237"/>
            <a:ext cx="14313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justLow" defTabSz="914400" eaLnBrk="1" latinLnBrk="0" hangingPunct="1"/>
            <a:r>
              <a:rPr lang="ar-SA" sz="1800" dirty="0">
                <a:solidFill>
                  <a:srgbClr val="B59D6B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جمعية</a:t>
            </a:r>
            <a:r>
              <a:rPr lang="ar-SA" sz="1800" dirty="0">
                <a:solidFill>
                  <a:srgbClr val="287971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 هدية الحاج والمعتمر الخيرية </a:t>
            </a:r>
          </a:p>
        </p:txBody>
      </p:sp>
    </p:spTree>
    <p:extLst>
      <p:ext uri="{BB962C8B-B14F-4D97-AF65-F5344CB8AC3E}">
        <p14:creationId xmlns:p14="http://schemas.microsoft.com/office/powerpoint/2010/main" val="1928867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E03F9837-A089-3A48-E633-0C5C411E808E}"/>
              </a:ext>
            </a:extLst>
          </p:cNvPr>
          <p:cNvGrpSpPr/>
          <p:nvPr/>
        </p:nvGrpSpPr>
        <p:grpSpPr>
          <a:xfrm rot="16200000">
            <a:off x="2975636" y="2702398"/>
            <a:ext cx="1974957" cy="1135358"/>
            <a:chOff x="7150810" y="4138902"/>
            <a:chExt cx="1974957" cy="1135358"/>
          </a:xfrm>
        </p:grpSpPr>
        <p:sp>
          <p:nvSpPr>
            <p:cNvPr id="3" name="شكل بيضاوي 2">
              <a:extLst>
                <a:ext uri="{FF2B5EF4-FFF2-40B4-BE49-F238E27FC236}">
                  <a16:creationId xmlns:a16="http://schemas.microsoft.com/office/drawing/2014/main" id="{AE52B7E5-EA4D-6A8F-E8E9-FA44B81B607F}"/>
                </a:ext>
              </a:extLst>
            </p:cNvPr>
            <p:cNvSpPr/>
            <p:nvPr/>
          </p:nvSpPr>
          <p:spPr>
            <a:xfrm>
              <a:off x="7171697" y="4198659"/>
              <a:ext cx="987005" cy="987005"/>
            </a:xfrm>
            <a:prstGeom prst="ellipse">
              <a:avLst/>
            </a:prstGeom>
            <a:solidFill>
              <a:srgbClr val="B59D6B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4" name="شكل بيضاوي 3">
              <a:extLst>
                <a:ext uri="{FF2B5EF4-FFF2-40B4-BE49-F238E27FC236}">
                  <a16:creationId xmlns:a16="http://schemas.microsoft.com/office/drawing/2014/main" id="{7BFCF9F9-A832-886E-56DA-257F42BEE57C}"/>
                </a:ext>
              </a:extLst>
            </p:cNvPr>
            <p:cNvSpPr/>
            <p:nvPr/>
          </p:nvSpPr>
          <p:spPr>
            <a:xfrm>
              <a:off x="7281279" y="4308241"/>
              <a:ext cx="767840" cy="767840"/>
            </a:xfrm>
            <a:prstGeom prst="ellipse">
              <a:avLst/>
            </a:prstGeom>
            <a:solidFill>
              <a:srgbClr val="B59D6B"/>
            </a:solidFill>
            <a:ln w="34925" cmpd="dbl"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53278"/>
                        <a:gd name="connsiteY0" fmla="*/ 276639 h 553278"/>
                        <a:gd name="connsiteX1" fmla="*/ 276639 w 553278"/>
                        <a:gd name="connsiteY1" fmla="*/ 0 h 553278"/>
                        <a:gd name="connsiteX2" fmla="*/ 553278 w 553278"/>
                        <a:gd name="connsiteY2" fmla="*/ 276639 h 553278"/>
                        <a:gd name="connsiteX3" fmla="*/ 276639 w 553278"/>
                        <a:gd name="connsiteY3" fmla="*/ 553278 h 553278"/>
                        <a:gd name="connsiteX4" fmla="*/ 0 w 553278"/>
                        <a:gd name="connsiteY4" fmla="*/ 276639 h 5532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3278" h="553278" fill="none" extrusionOk="0">
                          <a:moveTo>
                            <a:pt x="0" y="276639"/>
                          </a:moveTo>
                          <a:cubicBezTo>
                            <a:pt x="25604" y="126892"/>
                            <a:pt x="131707" y="-16160"/>
                            <a:pt x="276639" y="0"/>
                          </a:cubicBezTo>
                          <a:cubicBezTo>
                            <a:pt x="421846" y="-1160"/>
                            <a:pt x="537735" y="138489"/>
                            <a:pt x="553278" y="276639"/>
                          </a:cubicBezTo>
                          <a:cubicBezTo>
                            <a:pt x="552867" y="425502"/>
                            <a:pt x="417231" y="570222"/>
                            <a:pt x="276639" y="553278"/>
                          </a:cubicBezTo>
                          <a:cubicBezTo>
                            <a:pt x="144136" y="564632"/>
                            <a:pt x="12229" y="432363"/>
                            <a:pt x="0" y="276639"/>
                          </a:cubicBezTo>
                          <a:close/>
                        </a:path>
                        <a:path w="553278" h="553278" stroke="0" extrusionOk="0">
                          <a:moveTo>
                            <a:pt x="0" y="276639"/>
                          </a:moveTo>
                          <a:cubicBezTo>
                            <a:pt x="-25728" y="107986"/>
                            <a:pt x="98098" y="9667"/>
                            <a:pt x="276639" y="0"/>
                          </a:cubicBezTo>
                          <a:cubicBezTo>
                            <a:pt x="451132" y="4570"/>
                            <a:pt x="526403" y="124710"/>
                            <a:pt x="553278" y="276639"/>
                          </a:cubicBezTo>
                          <a:cubicBezTo>
                            <a:pt x="535585" y="446701"/>
                            <a:pt x="428581" y="557933"/>
                            <a:pt x="276639" y="553278"/>
                          </a:cubicBezTo>
                          <a:cubicBezTo>
                            <a:pt x="111576" y="546560"/>
                            <a:pt x="21534" y="439712"/>
                            <a:pt x="0" y="2766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grpSp>
          <p:nvGrpSpPr>
            <p:cNvPr id="5" name="مجموعة 4">
              <a:extLst>
                <a:ext uri="{FF2B5EF4-FFF2-40B4-BE49-F238E27FC236}">
                  <a16:creationId xmlns:a16="http://schemas.microsoft.com/office/drawing/2014/main" id="{3551F8FF-9269-8C26-5A95-63D10416A93E}"/>
                </a:ext>
              </a:extLst>
            </p:cNvPr>
            <p:cNvGrpSpPr/>
            <p:nvPr/>
          </p:nvGrpSpPr>
          <p:grpSpPr>
            <a:xfrm>
              <a:off x="7150810" y="4138902"/>
              <a:ext cx="1974957" cy="1135358"/>
              <a:chOff x="7150810" y="4138902"/>
              <a:chExt cx="1974957" cy="1135358"/>
            </a:xfrm>
          </p:grpSpPr>
          <p:sp>
            <p:nvSpPr>
              <p:cNvPr id="6" name="قوس ممتلئ 5">
                <a:extLst>
                  <a:ext uri="{FF2B5EF4-FFF2-40B4-BE49-F238E27FC236}">
                    <a16:creationId xmlns:a16="http://schemas.microsoft.com/office/drawing/2014/main" id="{BF3DE683-6321-BFC0-0820-359665346826}"/>
                  </a:ext>
                </a:extLst>
              </p:cNvPr>
              <p:cNvSpPr/>
              <p:nvPr/>
            </p:nvSpPr>
            <p:spPr>
              <a:xfrm rot="7719266">
                <a:off x="7150810" y="4138902"/>
                <a:ext cx="1135358" cy="1135358"/>
              </a:xfrm>
              <a:prstGeom prst="blockArc">
                <a:avLst>
                  <a:gd name="adj1" fmla="val 10800000"/>
                  <a:gd name="adj2" fmla="val 17054898"/>
                  <a:gd name="adj3" fmla="val 3110"/>
                </a:avLst>
              </a:pr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موصل مستقيم 6">
                <a:extLst>
                  <a:ext uri="{FF2B5EF4-FFF2-40B4-BE49-F238E27FC236}">
                    <a16:creationId xmlns:a16="http://schemas.microsoft.com/office/drawing/2014/main" id="{1F64C6DA-2DD7-E3B7-F8BA-E7A5C9A37F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8275" y="4706705"/>
                <a:ext cx="813942" cy="0"/>
              </a:xfrm>
              <a:prstGeom prst="line">
                <a:avLst/>
              </a:prstGeom>
              <a:ln w="38100">
                <a:solidFill>
                  <a:srgbClr val="28797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شكل بيضاوي 7">
                <a:extLst>
                  <a:ext uri="{FF2B5EF4-FFF2-40B4-BE49-F238E27FC236}">
                    <a16:creationId xmlns:a16="http://schemas.microsoft.com/office/drawing/2014/main" id="{F07B6B93-4D27-E0C9-2CC7-AD76E3DEDF8F}"/>
                  </a:ext>
                </a:extLst>
              </p:cNvPr>
              <p:cNvSpPr/>
              <p:nvPr/>
            </p:nvSpPr>
            <p:spPr>
              <a:xfrm>
                <a:off x="8966875" y="4620196"/>
                <a:ext cx="158892" cy="158892"/>
              </a:xfrm>
              <a:prstGeom prst="ellipse">
                <a:avLst/>
              </a:pr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/>
              </a:p>
            </p:txBody>
          </p:sp>
        </p:grpSp>
      </p:grpSp>
      <p:grpSp>
        <p:nvGrpSpPr>
          <p:cNvPr id="9" name="مجموعة 8">
            <a:extLst>
              <a:ext uri="{FF2B5EF4-FFF2-40B4-BE49-F238E27FC236}">
                <a16:creationId xmlns:a16="http://schemas.microsoft.com/office/drawing/2014/main" id="{B9C8D133-C483-A083-F90D-7D1489F3A2C6}"/>
              </a:ext>
            </a:extLst>
          </p:cNvPr>
          <p:cNvGrpSpPr/>
          <p:nvPr/>
        </p:nvGrpSpPr>
        <p:grpSpPr>
          <a:xfrm rot="16200000">
            <a:off x="7073422" y="2526811"/>
            <a:ext cx="1974957" cy="1135358"/>
            <a:chOff x="7150810" y="4138902"/>
            <a:chExt cx="1974957" cy="1135358"/>
          </a:xfrm>
        </p:grpSpPr>
        <p:sp>
          <p:nvSpPr>
            <p:cNvPr id="10" name="شكل بيضاوي 9">
              <a:extLst>
                <a:ext uri="{FF2B5EF4-FFF2-40B4-BE49-F238E27FC236}">
                  <a16:creationId xmlns:a16="http://schemas.microsoft.com/office/drawing/2014/main" id="{EE6EAF6C-DCD1-BCF1-E3EC-5242891ECB1D}"/>
                </a:ext>
              </a:extLst>
            </p:cNvPr>
            <p:cNvSpPr/>
            <p:nvPr/>
          </p:nvSpPr>
          <p:spPr>
            <a:xfrm>
              <a:off x="7171697" y="4198659"/>
              <a:ext cx="987005" cy="987005"/>
            </a:xfrm>
            <a:prstGeom prst="ellipse">
              <a:avLst/>
            </a:prstGeom>
            <a:solidFill>
              <a:srgbClr val="B59D6B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11" name="شكل بيضاوي 10">
              <a:extLst>
                <a:ext uri="{FF2B5EF4-FFF2-40B4-BE49-F238E27FC236}">
                  <a16:creationId xmlns:a16="http://schemas.microsoft.com/office/drawing/2014/main" id="{E02432C2-91B7-3897-2FAA-AAEC0D8BC57B}"/>
                </a:ext>
              </a:extLst>
            </p:cNvPr>
            <p:cNvSpPr/>
            <p:nvPr/>
          </p:nvSpPr>
          <p:spPr>
            <a:xfrm>
              <a:off x="7281279" y="4308241"/>
              <a:ext cx="767840" cy="767840"/>
            </a:xfrm>
            <a:prstGeom prst="ellipse">
              <a:avLst/>
            </a:prstGeom>
            <a:solidFill>
              <a:srgbClr val="B59D6B"/>
            </a:solidFill>
            <a:ln w="34925" cmpd="dbl"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53278"/>
                        <a:gd name="connsiteY0" fmla="*/ 276639 h 553278"/>
                        <a:gd name="connsiteX1" fmla="*/ 276639 w 553278"/>
                        <a:gd name="connsiteY1" fmla="*/ 0 h 553278"/>
                        <a:gd name="connsiteX2" fmla="*/ 553278 w 553278"/>
                        <a:gd name="connsiteY2" fmla="*/ 276639 h 553278"/>
                        <a:gd name="connsiteX3" fmla="*/ 276639 w 553278"/>
                        <a:gd name="connsiteY3" fmla="*/ 553278 h 553278"/>
                        <a:gd name="connsiteX4" fmla="*/ 0 w 553278"/>
                        <a:gd name="connsiteY4" fmla="*/ 276639 h 5532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3278" h="553278" fill="none" extrusionOk="0">
                          <a:moveTo>
                            <a:pt x="0" y="276639"/>
                          </a:moveTo>
                          <a:cubicBezTo>
                            <a:pt x="25604" y="126892"/>
                            <a:pt x="131707" y="-16160"/>
                            <a:pt x="276639" y="0"/>
                          </a:cubicBezTo>
                          <a:cubicBezTo>
                            <a:pt x="421846" y="-1160"/>
                            <a:pt x="537735" y="138489"/>
                            <a:pt x="553278" y="276639"/>
                          </a:cubicBezTo>
                          <a:cubicBezTo>
                            <a:pt x="552867" y="425502"/>
                            <a:pt x="417231" y="570222"/>
                            <a:pt x="276639" y="553278"/>
                          </a:cubicBezTo>
                          <a:cubicBezTo>
                            <a:pt x="144136" y="564632"/>
                            <a:pt x="12229" y="432363"/>
                            <a:pt x="0" y="276639"/>
                          </a:cubicBezTo>
                          <a:close/>
                        </a:path>
                        <a:path w="553278" h="553278" stroke="0" extrusionOk="0">
                          <a:moveTo>
                            <a:pt x="0" y="276639"/>
                          </a:moveTo>
                          <a:cubicBezTo>
                            <a:pt x="-25728" y="107986"/>
                            <a:pt x="98098" y="9667"/>
                            <a:pt x="276639" y="0"/>
                          </a:cubicBezTo>
                          <a:cubicBezTo>
                            <a:pt x="451132" y="4570"/>
                            <a:pt x="526403" y="124710"/>
                            <a:pt x="553278" y="276639"/>
                          </a:cubicBezTo>
                          <a:cubicBezTo>
                            <a:pt x="535585" y="446701"/>
                            <a:pt x="428581" y="557933"/>
                            <a:pt x="276639" y="553278"/>
                          </a:cubicBezTo>
                          <a:cubicBezTo>
                            <a:pt x="111576" y="546560"/>
                            <a:pt x="21534" y="439712"/>
                            <a:pt x="0" y="2766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grpSp>
          <p:nvGrpSpPr>
            <p:cNvPr id="12" name="مجموعة 11">
              <a:extLst>
                <a:ext uri="{FF2B5EF4-FFF2-40B4-BE49-F238E27FC236}">
                  <a16:creationId xmlns:a16="http://schemas.microsoft.com/office/drawing/2014/main" id="{5F5DF411-FCBB-583E-1B50-A38A31B7186C}"/>
                </a:ext>
              </a:extLst>
            </p:cNvPr>
            <p:cNvGrpSpPr/>
            <p:nvPr/>
          </p:nvGrpSpPr>
          <p:grpSpPr>
            <a:xfrm>
              <a:off x="7150810" y="4138902"/>
              <a:ext cx="1974957" cy="1135358"/>
              <a:chOff x="7150810" y="4138902"/>
              <a:chExt cx="1974957" cy="1135358"/>
            </a:xfrm>
          </p:grpSpPr>
          <p:sp>
            <p:nvSpPr>
              <p:cNvPr id="13" name="قوس ممتلئ 12">
                <a:extLst>
                  <a:ext uri="{FF2B5EF4-FFF2-40B4-BE49-F238E27FC236}">
                    <a16:creationId xmlns:a16="http://schemas.microsoft.com/office/drawing/2014/main" id="{B74F8DB7-CA40-9058-6F3D-AB0662A0ADC5}"/>
                  </a:ext>
                </a:extLst>
              </p:cNvPr>
              <p:cNvSpPr/>
              <p:nvPr/>
            </p:nvSpPr>
            <p:spPr>
              <a:xfrm rot="7719266">
                <a:off x="7150810" y="4138902"/>
                <a:ext cx="1135358" cy="1135358"/>
              </a:xfrm>
              <a:prstGeom prst="blockArc">
                <a:avLst>
                  <a:gd name="adj1" fmla="val 10800000"/>
                  <a:gd name="adj2" fmla="val 17054898"/>
                  <a:gd name="adj3" fmla="val 3110"/>
                </a:avLst>
              </a:pr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موصل مستقيم 13">
                <a:extLst>
                  <a:ext uri="{FF2B5EF4-FFF2-40B4-BE49-F238E27FC236}">
                    <a16:creationId xmlns:a16="http://schemas.microsoft.com/office/drawing/2014/main" id="{F62A8A62-E13E-06D8-A276-C90033962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8275" y="4706705"/>
                <a:ext cx="813942" cy="0"/>
              </a:xfrm>
              <a:prstGeom prst="line">
                <a:avLst/>
              </a:prstGeom>
              <a:ln w="38100">
                <a:solidFill>
                  <a:srgbClr val="28797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شكل بيضاوي 14">
                <a:extLst>
                  <a:ext uri="{FF2B5EF4-FFF2-40B4-BE49-F238E27FC236}">
                    <a16:creationId xmlns:a16="http://schemas.microsoft.com/office/drawing/2014/main" id="{DE01B2C0-7FC0-4C45-DBDF-1FBA51944D9B}"/>
                  </a:ext>
                </a:extLst>
              </p:cNvPr>
              <p:cNvSpPr/>
              <p:nvPr/>
            </p:nvSpPr>
            <p:spPr>
              <a:xfrm>
                <a:off x="8966875" y="4620196"/>
                <a:ext cx="158892" cy="158892"/>
              </a:xfrm>
              <a:prstGeom prst="ellipse">
                <a:avLst/>
              </a:pr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/>
              </a:p>
            </p:txBody>
          </p:sp>
        </p:grpSp>
      </p:grpSp>
      <p:grpSp>
        <p:nvGrpSpPr>
          <p:cNvPr id="16" name="مجموعة 15">
            <a:extLst>
              <a:ext uri="{FF2B5EF4-FFF2-40B4-BE49-F238E27FC236}">
                <a16:creationId xmlns:a16="http://schemas.microsoft.com/office/drawing/2014/main" id="{19910310-9A69-6C51-E20F-537248886F48}"/>
              </a:ext>
            </a:extLst>
          </p:cNvPr>
          <p:cNvGrpSpPr/>
          <p:nvPr/>
        </p:nvGrpSpPr>
        <p:grpSpPr>
          <a:xfrm rot="5400000">
            <a:off x="5094102" y="2571929"/>
            <a:ext cx="1974957" cy="1135358"/>
            <a:chOff x="7150810" y="4138902"/>
            <a:chExt cx="1974957" cy="1135358"/>
          </a:xfrm>
        </p:grpSpPr>
        <p:sp>
          <p:nvSpPr>
            <p:cNvPr id="17" name="شكل بيضاوي 16">
              <a:extLst>
                <a:ext uri="{FF2B5EF4-FFF2-40B4-BE49-F238E27FC236}">
                  <a16:creationId xmlns:a16="http://schemas.microsoft.com/office/drawing/2014/main" id="{DC2513D4-D821-47EC-4DDD-C90E58CFB5F6}"/>
                </a:ext>
              </a:extLst>
            </p:cNvPr>
            <p:cNvSpPr/>
            <p:nvPr/>
          </p:nvSpPr>
          <p:spPr>
            <a:xfrm>
              <a:off x="7171697" y="4198659"/>
              <a:ext cx="987005" cy="987005"/>
            </a:xfrm>
            <a:prstGeom prst="ellipse">
              <a:avLst/>
            </a:prstGeom>
            <a:solidFill>
              <a:srgbClr val="B59D6B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sp>
          <p:nvSpPr>
            <p:cNvPr id="18" name="شكل بيضاوي 17">
              <a:extLst>
                <a:ext uri="{FF2B5EF4-FFF2-40B4-BE49-F238E27FC236}">
                  <a16:creationId xmlns:a16="http://schemas.microsoft.com/office/drawing/2014/main" id="{DA4363E9-1C97-488F-A6B5-907D5588A427}"/>
                </a:ext>
              </a:extLst>
            </p:cNvPr>
            <p:cNvSpPr/>
            <p:nvPr/>
          </p:nvSpPr>
          <p:spPr>
            <a:xfrm>
              <a:off x="7281279" y="4308241"/>
              <a:ext cx="767840" cy="767840"/>
            </a:xfrm>
            <a:prstGeom prst="ellipse">
              <a:avLst/>
            </a:prstGeom>
            <a:solidFill>
              <a:srgbClr val="B59D6B"/>
            </a:solidFill>
            <a:ln w="34925" cmpd="dbl"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53278"/>
                        <a:gd name="connsiteY0" fmla="*/ 276639 h 553278"/>
                        <a:gd name="connsiteX1" fmla="*/ 276639 w 553278"/>
                        <a:gd name="connsiteY1" fmla="*/ 0 h 553278"/>
                        <a:gd name="connsiteX2" fmla="*/ 553278 w 553278"/>
                        <a:gd name="connsiteY2" fmla="*/ 276639 h 553278"/>
                        <a:gd name="connsiteX3" fmla="*/ 276639 w 553278"/>
                        <a:gd name="connsiteY3" fmla="*/ 553278 h 553278"/>
                        <a:gd name="connsiteX4" fmla="*/ 0 w 553278"/>
                        <a:gd name="connsiteY4" fmla="*/ 276639 h 5532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3278" h="553278" fill="none" extrusionOk="0">
                          <a:moveTo>
                            <a:pt x="0" y="276639"/>
                          </a:moveTo>
                          <a:cubicBezTo>
                            <a:pt x="25604" y="126892"/>
                            <a:pt x="131707" y="-16160"/>
                            <a:pt x="276639" y="0"/>
                          </a:cubicBezTo>
                          <a:cubicBezTo>
                            <a:pt x="421846" y="-1160"/>
                            <a:pt x="537735" y="138489"/>
                            <a:pt x="553278" y="276639"/>
                          </a:cubicBezTo>
                          <a:cubicBezTo>
                            <a:pt x="552867" y="425502"/>
                            <a:pt x="417231" y="570222"/>
                            <a:pt x="276639" y="553278"/>
                          </a:cubicBezTo>
                          <a:cubicBezTo>
                            <a:pt x="144136" y="564632"/>
                            <a:pt x="12229" y="432363"/>
                            <a:pt x="0" y="276639"/>
                          </a:cubicBezTo>
                          <a:close/>
                        </a:path>
                        <a:path w="553278" h="553278" stroke="0" extrusionOk="0">
                          <a:moveTo>
                            <a:pt x="0" y="276639"/>
                          </a:moveTo>
                          <a:cubicBezTo>
                            <a:pt x="-25728" y="107986"/>
                            <a:pt x="98098" y="9667"/>
                            <a:pt x="276639" y="0"/>
                          </a:cubicBezTo>
                          <a:cubicBezTo>
                            <a:pt x="451132" y="4570"/>
                            <a:pt x="526403" y="124710"/>
                            <a:pt x="553278" y="276639"/>
                          </a:cubicBezTo>
                          <a:cubicBezTo>
                            <a:pt x="535585" y="446701"/>
                            <a:pt x="428581" y="557933"/>
                            <a:pt x="276639" y="553278"/>
                          </a:cubicBezTo>
                          <a:cubicBezTo>
                            <a:pt x="111576" y="546560"/>
                            <a:pt x="21534" y="439712"/>
                            <a:pt x="0" y="2766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algn="ctr" defTabSz="914400" rtl="0" eaLnBrk="1" latinLnBrk="0" hangingPunct="1"/>
              <a:endParaRPr lang="ar-SA"/>
            </a:p>
          </p:txBody>
        </p:sp>
        <p:grpSp>
          <p:nvGrpSpPr>
            <p:cNvPr id="19" name="مجموعة 18">
              <a:extLst>
                <a:ext uri="{FF2B5EF4-FFF2-40B4-BE49-F238E27FC236}">
                  <a16:creationId xmlns:a16="http://schemas.microsoft.com/office/drawing/2014/main" id="{17100FC5-079F-9587-5399-32FBE05CF3F5}"/>
                </a:ext>
              </a:extLst>
            </p:cNvPr>
            <p:cNvGrpSpPr/>
            <p:nvPr/>
          </p:nvGrpSpPr>
          <p:grpSpPr>
            <a:xfrm>
              <a:off x="7150810" y="4138902"/>
              <a:ext cx="1974957" cy="1135358"/>
              <a:chOff x="7150810" y="4138902"/>
              <a:chExt cx="1974957" cy="1135358"/>
            </a:xfrm>
          </p:grpSpPr>
          <p:sp>
            <p:nvSpPr>
              <p:cNvPr id="20" name="قوس ممتلئ 19">
                <a:extLst>
                  <a:ext uri="{FF2B5EF4-FFF2-40B4-BE49-F238E27FC236}">
                    <a16:creationId xmlns:a16="http://schemas.microsoft.com/office/drawing/2014/main" id="{68430809-1F1B-9582-4B82-EB8CF75CD3CF}"/>
                  </a:ext>
                </a:extLst>
              </p:cNvPr>
              <p:cNvSpPr/>
              <p:nvPr/>
            </p:nvSpPr>
            <p:spPr>
              <a:xfrm rot="7719266">
                <a:off x="7150810" y="4138902"/>
                <a:ext cx="1135358" cy="1135358"/>
              </a:xfrm>
              <a:prstGeom prst="blockArc">
                <a:avLst>
                  <a:gd name="adj1" fmla="val 10800000"/>
                  <a:gd name="adj2" fmla="val 17054898"/>
                  <a:gd name="adj3" fmla="val 3110"/>
                </a:avLst>
              </a:pr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1" name="موصل مستقيم 20">
                <a:extLst>
                  <a:ext uri="{FF2B5EF4-FFF2-40B4-BE49-F238E27FC236}">
                    <a16:creationId xmlns:a16="http://schemas.microsoft.com/office/drawing/2014/main" id="{29648411-38E6-6F17-8A3C-17DDB1212C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8275" y="4706705"/>
                <a:ext cx="813942" cy="0"/>
              </a:xfrm>
              <a:prstGeom prst="line">
                <a:avLst/>
              </a:prstGeom>
              <a:ln w="38100">
                <a:solidFill>
                  <a:srgbClr val="28797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شكل بيضاوي 21">
                <a:extLst>
                  <a:ext uri="{FF2B5EF4-FFF2-40B4-BE49-F238E27FC236}">
                    <a16:creationId xmlns:a16="http://schemas.microsoft.com/office/drawing/2014/main" id="{47E833D4-92EB-1FB4-6C61-A559F31F742F}"/>
                  </a:ext>
                </a:extLst>
              </p:cNvPr>
              <p:cNvSpPr/>
              <p:nvPr/>
            </p:nvSpPr>
            <p:spPr>
              <a:xfrm>
                <a:off x="8966875" y="4620196"/>
                <a:ext cx="158892" cy="158892"/>
              </a:xfrm>
              <a:prstGeom prst="ellipse">
                <a:avLst/>
              </a:prstGeom>
              <a:solidFill>
                <a:srgbClr val="287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ar-SA"/>
              </a:p>
            </p:txBody>
          </p:sp>
        </p:grpSp>
      </p:grpSp>
      <p:pic>
        <p:nvPicPr>
          <p:cNvPr id="23" name="صورة 22">
            <a:extLst>
              <a:ext uri="{FF2B5EF4-FFF2-40B4-BE49-F238E27FC236}">
                <a16:creationId xmlns:a16="http://schemas.microsoft.com/office/drawing/2014/main" id="{966EA405-032C-6234-198F-A4A2E7F3F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103" y="3481666"/>
            <a:ext cx="662146" cy="496609"/>
          </a:xfrm>
          <a:prstGeom prst="rect">
            <a:avLst/>
          </a:prstGeom>
        </p:spPr>
      </p:pic>
      <p:pic>
        <p:nvPicPr>
          <p:cNvPr id="24" name="صورة 23">
            <a:extLst>
              <a:ext uri="{FF2B5EF4-FFF2-40B4-BE49-F238E27FC236}">
                <a16:creationId xmlns:a16="http://schemas.microsoft.com/office/drawing/2014/main" id="{C827260E-426D-6621-E67E-671CCC7F8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534" y="2353194"/>
            <a:ext cx="440932" cy="587910"/>
          </a:xfrm>
          <a:prstGeom prst="rect">
            <a:avLst/>
          </a:prstGeom>
        </p:spPr>
      </p:pic>
      <p:pic>
        <p:nvPicPr>
          <p:cNvPr id="25" name="صورة 24">
            <a:extLst>
              <a:ext uri="{FF2B5EF4-FFF2-40B4-BE49-F238E27FC236}">
                <a16:creationId xmlns:a16="http://schemas.microsoft.com/office/drawing/2014/main" id="{64376E59-D3BF-A312-0F23-4F8D75761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327" y="3279595"/>
            <a:ext cx="596898" cy="447674"/>
          </a:xfrm>
          <a:prstGeom prst="rect">
            <a:avLst/>
          </a:prstGeom>
        </p:spPr>
      </p:pic>
      <p:sp>
        <p:nvSpPr>
          <p:cNvPr id="28" name="مربع نص 27">
            <a:extLst>
              <a:ext uri="{FF2B5EF4-FFF2-40B4-BE49-F238E27FC236}">
                <a16:creationId xmlns:a16="http://schemas.microsoft.com/office/drawing/2014/main" id="{98BE183C-CBD6-B7D8-59D3-3CC3D871F67A}"/>
              </a:ext>
            </a:extLst>
          </p:cNvPr>
          <p:cNvSpPr txBox="1"/>
          <p:nvPr/>
        </p:nvSpPr>
        <p:spPr>
          <a:xfrm>
            <a:off x="2921344" y="1575056"/>
            <a:ext cx="1794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justLow" defTabSz="914400" eaLnBrk="1" latinLnBrk="0" hangingPunct="1"/>
            <a:r>
              <a:rPr lang="ar-SA" sz="1800" dirty="0">
                <a:solidFill>
                  <a:srgbClr val="B59D6B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جمعية</a:t>
            </a:r>
            <a:r>
              <a:rPr lang="ar-SA" sz="1800" dirty="0">
                <a:solidFill>
                  <a:srgbClr val="287971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 هدية الحاج والمعتمر الخيرية </a:t>
            </a:r>
          </a:p>
        </p:txBody>
      </p:sp>
      <p:sp>
        <p:nvSpPr>
          <p:cNvPr id="29" name="مربع نص 28">
            <a:extLst>
              <a:ext uri="{FF2B5EF4-FFF2-40B4-BE49-F238E27FC236}">
                <a16:creationId xmlns:a16="http://schemas.microsoft.com/office/drawing/2014/main" id="{CD88C50E-3FD5-A667-EDD2-940A94254230}"/>
              </a:ext>
            </a:extLst>
          </p:cNvPr>
          <p:cNvSpPr txBox="1"/>
          <p:nvPr/>
        </p:nvSpPr>
        <p:spPr>
          <a:xfrm>
            <a:off x="5027936" y="4341405"/>
            <a:ext cx="1794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justLow" defTabSz="914400" eaLnBrk="1" latinLnBrk="0" hangingPunct="1"/>
            <a:r>
              <a:rPr lang="ar-SA" sz="1800" dirty="0">
                <a:solidFill>
                  <a:srgbClr val="B59D6B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جمعية</a:t>
            </a:r>
            <a:r>
              <a:rPr lang="ar-SA" sz="1800" dirty="0">
                <a:solidFill>
                  <a:srgbClr val="287971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 هدية الحاج والمعتمر الخيرية </a:t>
            </a:r>
          </a:p>
        </p:txBody>
      </p:sp>
      <p:sp>
        <p:nvSpPr>
          <p:cNvPr id="30" name="مربع نص 29">
            <a:extLst>
              <a:ext uri="{FF2B5EF4-FFF2-40B4-BE49-F238E27FC236}">
                <a16:creationId xmlns:a16="http://schemas.microsoft.com/office/drawing/2014/main" id="{D48A13B9-C1CD-3F83-59C0-9171318FA52D}"/>
              </a:ext>
            </a:extLst>
          </p:cNvPr>
          <p:cNvSpPr txBox="1"/>
          <p:nvPr/>
        </p:nvSpPr>
        <p:spPr>
          <a:xfrm>
            <a:off x="7088230" y="1401435"/>
            <a:ext cx="1794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justLow" defTabSz="914400" eaLnBrk="1" latinLnBrk="0" hangingPunct="1"/>
            <a:r>
              <a:rPr lang="ar-SA" sz="1800" dirty="0">
                <a:solidFill>
                  <a:srgbClr val="B59D6B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جمعية</a:t>
            </a:r>
            <a:r>
              <a:rPr lang="ar-SA" sz="1800" dirty="0">
                <a:solidFill>
                  <a:srgbClr val="287971"/>
                </a:solidFill>
                <a:latin typeface="IBM Plex Sans Arabic" panose="020B0503050203000203" pitchFamily="34" charset="-78"/>
                <a:ea typeface="Malgun Gothic" panose="020B0503020000020004" pitchFamily="34" charset="-127"/>
                <a:cs typeface="IBM Plex Sans Arabic" panose="020B0503050203000203" pitchFamily="34" charset="-78"/>
              </a:rPr>
              <a:t> هدية الحاج والمعتمر الخيرية </a:t>
            </a:r>
          </a:p>
        </p:txBody>
      </p:sp>
    </p:spTree>
    <p:extLst>
      <p:ext uri="{BB962C8B-B14F-4D97-AF65-F5344CB8AC3E}">
        <p14:creationId xmlns:p14="http://schemas.microsoft.com/office/powerpoint/2010/main" val="1730656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79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9C4B2-C933-F6B2-9BE5-D77010FD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>
            <a:extLst>
              <a:ext uri="{FF2B5EF4-FFF2-40B4-BE49-F238E27FC236}">
                <a16:creationId xmlns:a16="http://schemas.microsoft.com/office/drawing/2014/main" id="{55A77989-23C3-2E29-B460-B6F2428DC4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7842" y="-85061"/>
            <a:ext cx="12567684" cy="7102549"/>
          </a:xfrm>
          <a:prstGeom prst="rect">
            <a:avLst/>
          </a:prstGeom>
          <a:solidFill>
            <a:srgbClr val="2879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D58465CF-6754-EFE8-D2D2-7580EE2A85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-2553978" y="-2849024"/>
            <a:ext cx="17299955" cy="23695259"/>
          </a:xfrm>
          <a:prstGeom prst="rect">
            <a:avLst/>
          </a:prstGeom>
          <a:effectLst>
            <a:outerShdw blurRad="284217" dist="50800" dir="5400000" algn="ctr" rotWithShape="0">
              <a:srgbClr val="000000">
                <a:alpha val="29229"/>
              </a:srgbClr>
            </a:outerShdw>
            <a:reflection endPos="0" dir="5400000" sy="-100000" algn="bl" rotWithShape="0"/>
          </a:effectLst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7958A07D-C877-4556-FD3F-C84ED8B50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705100"/>
            <a:ext cx="4699000" cy="1447800"/>
          </a:xfrm>
          <a:prstGeom prst="rect">
            <a:avLst/>
          </a:prstGeom>
        </p:spPr>
      </p:pic>
      <p:sp>
        <p:nvSpPr>
          <p:cNvPr id="6" name="شارة رتبة 5">
            <a:extLst>
              <a:ext uri="{FF2B5EF4-FFF2-40B4-BE49-F238E27FC236}">
                <a16:creationId xmlns:a16="http://schemas.microsoft.com/office/drawing/2014/main" id="{12AA6A87-4F1C-5577-FDCB-A9EFB80F1D07}"/>
              </a:ext>
            </a:extLst>
          </p:cNvPr>
          <p:cNvSpPr/>
          <p:nvPr/>
        </p:nvSpPr>
        <p:spPr>
          <a:xfrm rot="10800000">
            <a:off x="8445500" y="3270258"/>
            <a:ext cx="5778843" cy="7494459"/>
          </a:xfrm>
          <a:prstGeom prst="chevron">
            <a:avLst>
              <a:gd name="adj" fmla="val 78978"/>
            </a:avLst>
          </a:prstGeom>
          <a:solidFill>
            <a:srgbClr val="B59D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309275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تصميم مخصص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2254</TotalTime>
  <Words>75</Words>
  <Application>Microsoft Macintosh PowerPoint</Application>
  <PresentationFormat>Widescreen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IBM Plex Sans Arabic</vt:lpstr>
      <vt:lpstr>IBM Plex Sans Arabic SemiBold</vt:lpstr>
      <vt:lpstr>نسق Office</vt:lpstr>
      <vt:lpstr>تصميم مخصص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Salma amoeba</dc:creator>
  <cp:lastModifiedBy>ali alfaifi</cp:lastModifiedBy>
  <cp:revision>6</cp:revision>
  <dcterms:created xsi:type="dcterms:W3CDTF">2024-12-22T05:49:17Z</dcterms:created>
  <dcterms:modified xsi:type="dcterms:W3CDTF">2025-01-22T12:33:18Z</dcterms:modified>
</cp:coreProperties>
</file>